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1"/>
  </p:normalViewPr>
  <p:slideViewPr>
    <p:cSldViewPr snapToGrid="0" snapToObjects="1">
      <p:cViewPr>
        <p:scale>
          <a:sx n="100" d="100"/>
          <a:sy n="100" d="100"/>
        </p:scale>
        <p:origin x="904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A35EE-6662-4EDF-B85E-B9A3706B2E0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4FBD00-6A48-4DE4-A2FF-9286B4FCCAD2}">
      <dgm:prSet/>
      <dgm:spPr/>
      <dgm:t>
        <a:bodyPr/>
        <a:lstStyle/>
        <a:p>
          <a:r>
            <a:rPr lang="en-US"/>
            <a:t>Business Problem &amp; Objectives</a:t>
          </a:r>
        </a:p>
      </dgm:t>
    </dgm:pt>
    <dgm:pt modelId="{A9784433-E43B-4EA0-B324-E98BCE9864A0}" type="parTrans" cxnId="{35169518-7ED0-484A-AAFC-64E112E46144}">
      <dgm:prSet/>
      <dgm:spPr/>
      <dgm:t>
        <a:bodyPr/>
        <a:lstStyle/>
        <a:p>
          <a:endParaRPr lang="en-US"/>
        </a:p>
      </dgm:t>
    </dgm:pt>
    <dgm:pt modelId="{E125B252-A2B0-43D5-BCF1-F06C60732E46}" type="sibTrans" cxnId="{35169518-7ED0-484A-AAFC-64E112E46144}">
      <dgm:prSet/>
      <dgm:spPr/>
      <dgm:t>
        <a:bodyPr/>
        <a:lstStyle/>
        <a:p>
          <a:endParaRPr lang="en-US"/>
        </a:p>
      </dgm:t>
    </dgm:pt>
    <dgm:pt modelId="{8EDB6C21-2796-4783-99C5-8CF88CF940D0}">
      <dgm:prSet/>
      <dgm:spPr/>
      <dgm:t>
        <a:bodyPr/>
        <a:lstStyle/>
        <a:p>
          <a:r>
            <a:rPr lang="en-US"/>
            <a:t>Dataset Overview</a:t>
          </a:r>
        </a:p>
      </dgm:t>
    </dgm:pt>
    <dgm:pt modelId="{64CCF702-8AE7-4BDC-842D-DB0E1D67583B}" type="parTrans" cxnId="{BE0A46E3-5D1C-47D4-BAF4-ECB81B5C1271}">
      <dgm:prSet/>
      <dgm:spPr/>
      <dgm:t>
        <a:bodyPr/>
        <a:lstStyle/>
        <a:p>
          <a:endParaRPr lang="en-US"/>
        </a:p>
      </dgm:t>
    </dgm:pt>
    <dgm:pt modelId="{F6DB7718-5BBB-4A0B-9F51-CAE7C9115E95}" type="sibTrans" cxnId="{BE0A46E3-5D1C-47D4-BAF4-ECB81B5C1271}">
      <dgm:prSet/>
      <dgm:spPr/>
      <dgm:t>
        <a:bodyPr/>
        <a:lstStyle/>
        <a:p>
          <a:endParaRPr lang="en-US"/>
        </a:p>
      </dgm:t>
    </dgm:pt>
    <dgm:pt modelId="{B73E2E20-BED8-4BE4-8D71-BE1796B5F8F5}">
      <dgm:prSet/>
      <dgm:spPr/>
      <dgm:t>
        <a:bodyPr/>
        <a:lstStyle/>
        <a:p>
          <a:r>
            <a:rPr lang="en-US"/>
            <a:t>Solution Architecture</a:t>
          </a:r>
        </a:p>
      </dgm:t>
    </dgm:pt>
    <dgm:pt modelId="{A9F90F8B-A05B-456E-AECE-63D538983F7E}" type="parTrans" cxnId="{C1A702F9-F1DE-42A9-AE22-74416C26735B}">
      <dgm:prSet/>
      <dgm:spPr/>
      <dgm:t>
        <a:bodyPr/>
        <a:lstStyle/>
        <a:p>
          <a:endParaRPr lang="en-US"/>
        </a:p>
      </dgm:t>
    </dgm:pt>
    <dgm:pt modelId="{7D863A22-2BAA-456C-A986-7540CAB09167}" type="sibTrans" cxnId="{C1A702F9-F1DE-42A9-AE22-74416C26735B}">
      <dgm:prSet/>
      <dgm:spPr/>
      <dgm:t>
        <a:bodyPr/>
        <a:lstStyle/>
        <a:p>
          <a:endParaRPr lang="en-US"/>
        </a:p>
      </dgm:t>
    </dgm:pt>
    <dgm:pt modelId="{F07387F5-50F2-48C0-B1A1-2C3C1AB1570A}">
      <dgm:prSet/>
      <dgm:spPr/>
      <dgm:t>
        <a:bodyPr/>
        <a:lstStyle/>
        <a:p>
          <a:r>
            <a:rPr lang="en-US"/>
            <a:t>Technologies Used</a:t>
          </a:r>
        </a:p>
      </dgm:t>
    </dgm:pt>
    <dgm:pt modelId="{F0102886-8C60-4367-A0DA-C990EBF13882}" type="parTrans" cxnId="{883242D6-C158-4DEF-B04C-CFB9DC45A4F1}">
      <dgm:prSet/>
      <dgm:spPr/>
      <dgm:t>
        <a:bodyPr/>
        <a:lstStyle/>
        <a:p>
          <a:endParaRPr lang="en-US"/>
        </a:p>
      </dgm:t>
    </dgm:pt>
    <dgm:pt modelId="{E2BCC50D-F5EB-4EDE-8F8F-554E90953EA2}" type="sibTrans" cxnId="{883242D6-C158-4DEF-B04C-CFB9DC45A4F1}">
      <dgm:prSet/>
      <dgm:spPr/>
      <dgm:t>
        <a:bodyPr/>
        <a:lstStyle/>
        <a:p>
          <a:endParaRPr lang="en-US"/>
        </a:p>
      </dgm:t>
    </dgm:pt>
    <dgm:pt modelId="{C2B8ABF3-779F-48C5-B06C-33B7C543DEEF}">
      <dgm:prSet/>
      <dgm:spPr/>
      <dgm:t>
        <a:bodyPr/>
        <a:lstStyle/>
        <a:p>
          <a:r>
            <a:rPr lang="en-US"/>
            <a:t>Implementation Process</a:t>
          </a:r>
        </a:p>
      </dgm:t>
    </dgm:pt>
    <dgm:pt modelId="{4153E33B-58A3-4445-B482-A50EB0545DEB}" type="parTrans" cxnId="{6215FD26-2538-4925-B77B-6B6875C3EC5D}">
      <dgm:prSet/>
      <dgm:spPr/>
      <dgm:t>
        <a:bodyPr/>
        <a:lstStyle/>
        <a:p>
          <a:endParaRPr lang="en-US"/>
        </a:p>
      </dgm:t>
    </dgm:pt>
    <dgm:pt modelId="{2EBA2241-DB06-4B79-8A17-C9D82951AFE7}" type="sibTrans" cxnId="{6215FD26-2538-4925-B77B-6B6875C3EC5D}">
      <dgm:prSet/>
      <dgm:spPr/>
      <dgm:t>
        <a:bodyPr/>
        <a:lstStyle/>
        <a:p>
          <a:endParaRPr lang="en-US"/>
        </a:p>
      </dgm:t>
    </dgm:pt>
    <dgm:pt modelId="{A1FDEE72-E9E8-489D-B1E8-C1E36F9FB4A0}">
      <dgm:prSet/>
      <dgm:spPr/>
      <dgm:t>
        <a:bodyPr/>
        <a:lstStyle/>
        <a:p>
          <a:r>
            <a:rPr lang="en-US"/>
            <a:t>Key Findings &amp; Insights</a:t>
          </a:r>
        </a:p>
      </dgm:t>
    </dgm:pt>
    <dgm:pt modelId="{46EFC86E-9F49-4E7C-9E7B-C92A24B61CF0}" type="parTrans" cxnId="{295A7327-66D6-4428-94D9-54B8198D0AB1}">
      <dgm:prSet/>
      <dgm:spPr/>
      <dgm:t>
        <a:bodyPr/>
        <a:lstStyle/>
        <a:p>
          <a:endParaRPr lang="en-US"/>
        </a:p>
      </dgm:t>
    </dgm:pt>
    <dgm:pt modelId="{E6C256FC-16F7-4310-9B18-5F9692F2B1E5}" type="sibTrans" cxnId="{295A7327-66D6-4428-94D9-54B8198D0AB1}">
      <dgm:prSet/>
      <dgm:spPr/>
      <dgm:t>
        <a:bodyPr/>
        <a:lstStyle/>
        <a:p>
          <a:endParaRPr lang="en-US"/>
        </a:p>
      </dgm:t>
    </dgm:pt>
    <dgm:pt modelId="{C0919056-7C2B-46CC-9D9E-2A5C9CD5FFC2}">
      <dgm:prSet/>
      <dgm:spPr/>
      <dgm:t>
        <a:bodyPr/>
        <a:lstStyle/>
        <a:p>
          <a:r>
            <a:rPr lang="en-US"/>
            <a:t>Dashboards Demo</a:t>
          </a:r>
        </a:p>
      </dgm:t>
    </dgm:pt>
    <dgm:pt modelId="{225383A7-F16B-443B-9D1B-224112CBCBFB}" type="parTrans" cxnId="{0E79695B-A8FC-4DB0-9F7B-8E482A9AEB41}">
      <dgm:prSet/>
      <dgm:spPr/>
      <dgm:t>
        <a:bodyPr/>
        <a:lstStyle/>
        <a:p>
          <a:endParaRPr lang="en-US"/>
        </a:p>
      </dgm:t>
    </dgm:pt>
    <dgm:pt modelId="{B81E9C83-9097-4F1B-BCF4-AAF643536D93}" type="sibTrans" cxnId="{0E79695B-A8FC-4DB0-9F7B-8E482A9AEB41}">
      <dgm:prSet/>
      <dgm:spPr/>
      <dgm:t>
        <a:bodyPr/>
        <a:lstStyle/>
        <a:p>
          <a:endParaRPr lang="en-US"/>
        </a:p>
      </dgm:t>
    </dgm:pt>
    <dgm:pt modelId="{D448E72E-451E-4992-9105-4FB6DB1CB1EE}">
      <dgm:prSet/>
      <dgm:spPr/>
      <dgm:t>
        <a:bodyPr/>
        <a:lstStyle/>
        <a:p>
          <a:r>
            <a:rPr lang="en-US"/>
            <a:t>Cost Analysis</a:t>
          </a:r>
        </a:p>
      </dgm:t>
    </dgm:pt>
    <dgm:pt modelId="{39B58C4F-26F4-4D99-A242-B2B3F3B7FC2D}" type="parTrans" cxnId="{C0760C58-AE6E-42AE-A825-AC3808DFC65F}">
      <dgm:prSet/>
      <dgm:spPr/>
      <dgm:t>
        <a:bodyPr/>
        <a:lstStyle/>
        <a:p>
          <a:endParaRPr lang="en-US"/>
        </a:p>
      </dgm:t>
    </dgm:pt>
    <dgm:pt modelId="{0529A85E-53B2-43CC-A73E-9D501606BFF4}" type="sibTrans" cxnId="{C0760C58-AE6E-42AE-A825-AC3808DFC65F}">
      <dgm:prSet/>
      <dgm:spPr/>
      <dgm:t>
        <a:bodyPr/>
        <a:lstStyle/>
        <a:p>
          <a:endParaRPr lang="en-US"/>
        </a:p>
      </dgm:t>
    </dgm:pt>
    <dgm:pt modelId="{CC7AD64D-8272-4336-91F6-8183775D5D2B}">
      <dgm:prSet/>
      <dgm:spPr/>
      <dgm:t>
        <a:bodyPr/>
        <a:lstStyle/>
        <a:p>
          <a:r>
            <a:rPr lang="en-US"/>
            <a:t>Challenges &amp; Solutions</a:t>
          </a:r>
        </a:p>
      </dgm:t>
    </dgm:pt>
    <dgm:pt modelId="{08B56375-D1C0-45FA-8FAD-77711A8B87E5}" type="parTrans" cxnId="{C3E6C136-179A-447F-813A-14750E2DE110}">
      <dgm:prSet/>
      <dgm:spPr/>
      <dgm:t>
        <a:bodyPr/>
        <a:lstStyle/>
        <a:p>
          <a:endParaRPr lang="en-US"/>
        </a:p>
      </dgm:t>
    </dgm:pt>
    <dgm:pt modelId="{8C8EA78B-AF58-45C6-86FB-714E039BD0B5}" type="sibTrans" cxnId="{C3E6C136-179A-447F-813A-14750E2DE110}">
      <dgm:prSet/>
      <dgm:spPr/>
      <dgm:t>
        <a:bodyPr/>
        <a:lstStyle/>
        <a:p>
          <a:endParaRPr lang="en-US"/>
        </a:p>
      </dgm:t>
    </dgm:pt>
    <dgm:pt modelId="{7364E59D-5736-4DE6-9FCF-0D5A1D998D42}">
      <dgm:prSet/>
      <dgm:spPr/>
      <dgm:t>
        <a:bodyPr/>
        <a:lstStyle/>
        <a:p>
          <a:r>
            <a:rPr lang="en-US"/>
            <a:t>Future Enhancements</a:t>
          </a:r>
        </a:p>
      </dgm:t>
    </dgm:pt>
    <dgm:pt modelId="{A731F4CD-CE46-4413-A8C9-F4D84EFEB264}" type="parTrans" cxnId="{DE0E89A6-2746-4395-AAF4-17D70138AC31}">
      <dgm:prSet/>
      <dgm:spPr/>
      <dgm:t>
        <a:bodyPr/>
        <a:lstStyle/>
        <a:p>
          <a:endParaRPr lang="en-US"/>
        </a:p>
      </dgm:t>
    </dgm:pt>
    <dgm:pt modelId="{DE136EB8-AB4A-4822-97F4-FDAF47A83F4C}" type="sibTrans" cxnId="{DE0E89A6-2746-4395-AAF4-17D70138AC31}">
      <dgm:prSet/>
      <dgm:spPr/>
      <dgm:t>
        <a:bodyPr/>
        <a:lstStyle/>
        <a:p>
          <a:endParaRPr lang="en-US"/>
        </a:p>
      </dgm:t>
    </dgm:pt>
    <dgm:pt modelId="{13C7AB5B-90BB-D74E-8D71-7C490F503CD1}" type="pres">
      <dgm:prSet presAssocID="{AB5A35EE-6662-4EDF-B85E-B9A3706B2E09}" presName="diagram" presStyleCnt="0">
        <dgm:presLayoutVars>
          <dgm:dir/>
          <dgm:resizeHandles val="exact"/>
        </dgm:presLayoutVars>
      </dgm:prSet>
      <dgm:spPr/>
    </dgm:pt>
    <dgm:pt modelId="{DF5F061B-F016-8444-8E25-C7C8FF1452FB}" type="pres">
      <dgm:prSet presAssocID="{4C4FBD00-6A48-4DE4-A2FF-9286B4FCCAD2}" presName="node" presStyleLbl="node1" presStyleIdx="0" presStyleCnt="10">
        <dgm:presLayoutVars>
          <dgm:bulletEnabled val="1"/>
        </dgm:presLayoutVars>
      </dgm:prSet>
      <dgm:spPr/>
    </dgm:pt>
    <dgm:pt modelId="{DB0347B7-EE41-E74D-AAD9-5E6A7BA12245}" type="pres">
      <dgm:prSet presAssocID="{E125B252-A2B0-43D5-BCF1-F06C60732E46}" presName="sibTrans" presStyleCnt="0"/>
      <dgm:spPr/>
    </dgm:pt>
    <dgm:pt modelId="{B3771B74-6D5C-9546-A1D6-7482FB2CB036}" type="pres">
      <dgm:prSet presAssocID="{8EDB6C21-2796-4783-99C5-8CF88CF940D0}" presName="node" presStyleLbl="node1" presStyleIdx="1" presStyleCnt="10">
        <dgm:presLayoutVars>
          <dgm:bulletEnabled val="1"/>
        </dgm:presLayoutVars>
      </dgm:prSet>
      <dgm:spPr/>
    </dgm:pt>
    <dgm:pt modelId="{3C003488-C7FB-144D-8465-C7B9F63FB901}" type="pres">
      <dgm:prSet presAssocID="{F6DB7718-5BBB-4A0B-9F51-CAE7C9115E95}" presName="sibTrans" presStyleCnt="0"/>
      <dgm:spPr/>
    </dgm:pt>
    <dgm:pt modelId="{63D56129-77DB-534C-A227-986F165E272C}" type="pres">
      <dgm:prSet presAssocID="{B73E2E20-BED8-4BE4-8D71-BE1796B5F8F5}" presName="node" presStyleLbl="node1" presStyleIdx="2" presStyleCnt="10">
        <dgm:presLayoutVars>
          <dgm:bulletEnabled val="1"/>
        </dgm:presLayoutVars>
      </dgm:prSet>
      <dgm:spPr/>
    </dgm:pt>
    <dgm:pt modelId="{F18EA8C9-D5AA-6C47-A4C3-2C30ACCB2651}" type="pres">
      <dgm:prSet presAssocID="{7D863A22-2BAA-456C-A986-7540CAB09167}" presName="sibTrans" presStyleCnt="0"/>
      <dgm:spPr/>
    </dgm:pt>
    <dgm:pt modelId="{24C66A11-88E8-3840-A186-0B6487F5C1AE}" type="pres">
      <dgm:prSet presAssocID="{F07387F5-50F2-48C0-B1A1-2C3C1AB1570A}" presName="node" presStyleLbl="node1" presStyleIdx="3" presStyleCnt="10">
        <dgm:presLayoutVars>
          <dgm:bulletEnabled val="1"/>
        </dgm:presLayoutVars>
      </dgm:prSet>
      <dgm:spPr/>
    </dgm:pt>
    <dgm:pt modelId="{E64AA03D-7296-BF42-8948-A84C85F1879A}" type="pres">
      <dgm:prSet presAssocID="{E2BCC50D-F5EB-4EDE-8F8F-554E90953EA2}" presName="sibTrans" presStyleCnt="0"/>
      <dgm:spPr/>
    </dgm:pt>
    <dgm:pt modelId="{C107DE51-2DA4-5B43-9D00-DEB1DAF8BD21}" type="pres">
      <dgm:prSet presAssocID="{C2B8ABF3-779F-48C5-B06C-33B7C543DEEF}" presName="node" presStyleLbl="node1" presStyleIdx="4" presStyleCnt="10">
        <dgm:presLayoutVars>
          <dgm:bulletEnabled val="1"/>
        </dgm:presLayoutVars>
      </dgm:prSet>
      <dgm:spPr/>
    </dgm:pt>
    <dgm:pt modelId="{12CF98E7-431B-0B4D-9BA4-7BA323A670FF}" type="pres">
      <dgm:prSet presAssocID="{2EBA2241-DB06-4B79-8A17-C9D82951AFE7}" presName="sibTrans" presStyleCnt="0"/>
      <dgm:spPr/>
    </dgm:pt>
    <dgm:pt modelId="{088A7D32-6B89-BF44-96EB-E49202790FD9}" type="pres">
      <dgm:prSet presAssocID="{A1FDEE72-E9E8-489D-B1E8-C1E36F9FB4A0}" presName="node" presStyleLbl="node1" presStyleIdx="5" presStyleCnt="10">
        <dgm:presLayoutVars>
          <dgm:bulletEnabled val="1"/>
        </dgm:presLayoutVars>
      </dgm:prSet>
      <dgm:spPr/>
    </dgm:pt>
    <dgm:pt modelId="{43B7670B-7D10-ED45-9A11-07A24CBF3268}" type="pres">
      <dgm:prSet presAssocID="{E6C256FC-16F7-4310-9B18-5F9692F2B1E5}" presName="sibTrans" presStyleCnt="0"/>
      <dgm:spPr/>
    </dgm:pt>
    <dgm:pt modelId="{188CA535-91D5-B746-B8E0-9BAF3C5BDD9A}" type="pres">
      <dgm:prSet presAssocID="{C0919056-7C2B-46CC-9D9E-2A5C9CD5FFC2}" presName="node" presStyleLbl="node1" presStyleIdx="6" presStyleCnt="10">
        <dgm:presLayoutVars>
          <dgm:bulletEnabled val="1"/>
        </dgm:presLayoutVars>
      </dgm:prSet>
      <dgm:spPr/>
    </dgm:pt>
    <dgm:pt modelId="{06C70FC3-F833-464F-9FC4-957330B959FB}" type="pres">
      <dgm:prSet presAssocID="{B81E9C83-9097-4F1B-BCF4-AAF643536D93}" presName="sibTrans" presStyleCnt="0"/>
      <dgm:spPr/>
    </dgm:pt>
    <dgm:pt modelId="{1CF70337-F71E-0149-961F-527CFB219D67}" type="pres">
      <dgm:prSet presAssocID="{D448E72E-451E-4992-9105-4FB6DB1CB1EE}" presName="node" presStyleLbl="node1" presStyleIdx="7" presStyleCnt="10">
        <dgm:presLayoutVars>
          <dgm:bulletEnabled val="1"/>
        </dgm:presLayoutVars>
      </dgm:prSet>
      <dgm:spPr/>
    </dgm:pt>
    <dgm:pt modelId="{38CEF383-C730-C947-8F10-9F7C574C3A46}" type="pres">
      <dgm:prSet presAssocID="{0529A85E-53B2-43CC-A73E-9D501606BFF4}" presName="sibTrans" presStyleCnt="0"/>
      <dgm:spPr/>
    </dgm:pt>
    <dgm:pt modelId="{F8B4F648-3D75-EF4F-9D43-1699A0D72DC7}" type="pres">
      <dgm:prSet presAssocID="{CC7AD64D-8272-4336-91F6-8183775D5D2B}" presName="node" presStyleLbl="node1" presStyleIdx="8" presStyleCnt="10">
        <dgm:presLayoutVars>
          <dgm:bulletEnabled val="1"/>
        </dgm:presLayoutVars>
      </dgm:prSet>
      <dgm:spPr/>
    </dgm:pt>
    <dgm:pt modelId="{D4E3FEA8-930A-2C41-9C40-204D532D2179}" type="pres">
      <dgm:prSet presAssocID="{8C8EA78B-AF58-45C6-86FB-714E039BD0B5}" presName="sibTrans" presStyleCnt="0"/>
      <dgm:spPr/>
    </dgm:pt>
    <dgm:pt modelId="{A91C0B3B-CCD6-BC48-96B0-F10412332D5F}" type="pres">
      <dgm:prSet presAssocID="{7364E59D-5736-4DE6-9FCF-0D5A1D998D42}" presName="node" presStyleLbl="node1" presStyleIdx="9" presStyleCnt="10">
        <dgm:presLayoutVars>
          <dgm:bulletEnabled val="1"/>
        </dgm:presLayoutVars>
      </dgm:prSet>
      <dgm:spPr/>
    </dgm:pt>
  </dgm:ptLst>
  <dgm:cxnLst>
    <dgm:cxn modelId="{34700E11-F107-C14F-B82E-A8307BC8F339}" type="presOf" srcId="{C0919056-7C2B-46CC-9D9E-2A5C9CD5FFC2}" destId="{188CA535-91D5-B746-B8E0-9BAF3C5BDD9A}" srcOrd="0" destOrd="0" presId="urn:microsoft.com/office/officeart/2005/8/layout/default"/>
    <dgm:cxn modelId="{0B5D8617-A6A4-2D40-B995-A836CA6FD9B3}" type="presOf" srcId="{7364E59D-5736-4DE6-9FCF-0D5A1D998D42}" destId="{A91C0B3B-CCD6-BC48-96B0-F10412332D5F}" srcOrd="0" destOrd="0" presId="urn:microsoft.com/office/officeart/2005/8/layout/default"/>
    <dgm:cxn modelId="{35169518-7ED0-484A-AAFC-64E112E46144}" srcId="{AB5A35EE-6662-4EDF-B85E-B9A3706B2E09}" destId="{4C4FBD00-6A48-4DE4-A2FF-9286B4FCCAD2}" srcOrd="0" destOrd="0" parTransId="{A9784433-E43B-4EA0-B324-E98BCE9864A0}" sibTransId="{E125B252-A2B0-43D5-BCF1-F06C60732E46}"/>
    <dgm:cxn modelId="{D4971319-550F-3C49-94FC-FF16A1E76C08}" type="presOf" srcId="{F07387F5-50F2-48C0-B1A1-2C3C1AB1570A}" destId="{24C66A11-88E8-3840-A186-0B6487F5C1AE}" srcOrd="0" destOrd="0" presId="urn:microsoft.com/office/officeart/2005/8/layout/default"/>
    <dgm:cxn modelId="{6215FD26-2538-4925-B77B-6B6875C3EC5D}" srcId="{AB5A35EE-6662-4EDF-B85E-B9A3706B2E09}" destId="{C2B8ABF3-779F-48C5-B06C-33B7C543DEEF}" srcOrd="4" destOrd="0" parTransId="{4153E33B-58A3-4445-B482-A50EB0545DEB}" sibTransId="{2EBA2241-DB06-4B79-8A17-C9D82951AFE7}"/>
    <dgm:cxn modelId="{295A7327-66D6-4428-94D9-54B8198D0AB1}" srcId="{AB5A35EE-6662-4EDF-B85E-B9A3706B2E09}" destId="{A1FDEE72-E9E8-489D-B1E8-C1E36F9FB4A0}" srcOrd="5" destOrd="0" parTransId="{46EFC86E-9F49-4E7C-9E7B-C92A24B61CF0}" sibTransId="{E6C256FC-16F7-4310-9B18-5F9692F2B1E5}"/>
    <dgm:cxn modelId="{C3E6C136-179A-447F-813A-14750E2DE110}" srcId="{AB5A35EE-6662-4EDF-B85E-B9A3706B2E09}" destId="{CC7AD64D-8272-4336-91F6-8183775D5D2B}" srcOrd="8" destOrd="0" parTransId="{08B56375-D1C0-45FA-8FAD-77711A8B87E5}" sibTransId="{8C8EA78B-AF58-45C6-86FB-714E039BD0B5}"/>
    <dgm:cxn modelId="{62CD393F-6FB9-D14B-9DD2-FF9BF93911C9}" type="presOf" srcId="{A1FDEE72-E9E8-489D-B1E8-C1E36F9FB4A0}" destId="{088A7D32-6B89-BF44-96EB-E49202790FD9}" srcOrd="0" destOrd="0" presId="urn:microsoft.com/office/officeart/2005/8/layout/default"/>
    <dgm:cxn modelId="{B4D82E4B-1438-5F4E-B485-D1F50C3EAEA9}" type="presOf" srcId="{AB5A35EE-6662-4EDF-B85E-B9A3706B2E09}" destId="{13C7AB5B-90BB-D74E-8D71-7C490F503CD1}" srcOrd="0" destOrd="0" presId="urn:microsoft.com/office/officeart/2005/8/layout/default"/>
    <dgm:cxn modelId="{C2556D4C-D668-AF41-A21C-2C16072162FE}" type="presOf" srcId="{B73E2E20-BED8-4BE4-8D71-BE1796B5F8F5}" destId="{63D56129-77DB-534C-A227-986F165E272C}" srcOrd="0" destOrd="0" presId="urn:microsoft.com/office/officeart/2005/8/layout/default"/>
    <dgm:cxn modelId="{C0760C58-AE6E-42AE-A825-AC3808DFC65F}" srcId="{AB5A35EE-6662-4EDF-B85E-B9A3706B2E09}" destId="{D448E72E-451E-4992-9105-4FB6DB1CB1EE}" srcOrd="7" destOrd="0" parTransId="{39B58C4F-26F4-4D99-A242-B2B3F3B7FC2D}" sibTransId="{0529A85E-53B2-43CC-A73E-9D501606BFF4}"/>
    <dgm:cxn modelId="{0E79695B-A8FC-4DB0-9F7B-8E482A9AEB41}" srcId="{AB5A35EE-6662-4EDF-B85E-B9A3706B2E09}" destId="{C0919056-7C2B-46CC-9D9E-2A5C9CD5FFC2}" srcOrd="6" destOrd="0" parTransId="{225383A7-F16B-443B-9D1B-224112CBCBFB}" sibTransId="{B81E9C83-9097-4F1B-BCF4-AAF643536D93}"/>
    <dgm:cxn modelId="{1EA5E068-7F9D-3C41-9DCC-98186BA00E85}" type="presOf" srcId="{8EDB6C21-2796-4783-99C5-8CF88CF940D0}" destId="{B3771B74-6D5C-9546-A1D6-7482FB2CB036}" srcOrd="0" destOrd="0" presId="urn:microsoft.com/office/officeart/2005/8/layout/default"/>
    <dgm:cxn modelId="{09CB756A-824E-0E43-9C14-686A86F2D489}" type="presOf" srcId="{CC7AD64D-8272-4336-91F6-8183775D5D2B}" destId="{F8B4F648-3D75-EF4F-9D43-1699A0D72DC7}" srcOrd="0" destOrd="0" presId="urn:microsoft.com/office/officeart/2005/8/layout/default"/>
    <dgm:cxn modelId="{21F3976B-D886-D14D-ADBA-09B1A259402E}" type="presOf" srcId="{4C4FBD00-6A48-4DE4-A2FF-9286B4FCCAD2}" destId="{DF5F061B-F016-8444-8E25-C7C8FF1452FB}" srcOrd="0" destOrd="0" presId="urn:microsoft.com/office/officeart/2005/8/layout/default"/>
    <dgm:cxn modelId="{8886EBA2-3DDB-104E-84CC-A1D922F5C92A}" type="presOf" srcId="{C2B8ABF3-779F-48C5-B06C-33B7C543DEEF}" destId="{C107DE51-2DA4-5B43-9D00-DEB1DAF8BD21}" srcOrd="0" destOrd="0" presId="urn:microsoft.com/office/officeart/2005/8/layout/default"/>
    <dgm:cxn modelId="{DE0E89A6-2746-4395-AAF4-17D70138AC31}" srcId="{AB5A35EE-6662-4EDF-B85E-B9A3706B2E09}" destId="{7364E59D-5736-4DE6-9FCF-0D5A1D998D42}" srcOrd="9" destOrd="0" parTransId="{A731F4CD-CE46-4413-A8C9-F4D84EFEB264}" sibTransId="{DE136EB8-AB4A-4822-97F4-FDAF47A83F4C}"/>
    <dgm:cxn modelId="{883242D6-C158-4DEF-B04C-CFB9DC45A4F1}" srcId="{AB5A35EE-6662-4EDF-B85E-B9A3706B2E09}" destId="{F07387F5-50F2-48C0-B1A1-2C3C1AB1570A}" srcOrd="3" destOrd="0" parTransId="{F0102886-8C60-4367-A0DA-C990EBF13882}" sibTransId="{E2BCC50D-F5EB-4EDE-8F8F-554E90953EA2}"/>
    <dgm:cxn modelId="{C23DB7D7-1E71-5D46-91BB-4A83743001FE}" type="presOf" srcId="{D448E72E-451E-4992-9105-4FB6DB1CB1EE}" destId="{1CF70337-F71E-0149-961F-527CFB219D67}" srcOrd="0" destOrd="0" presId="urn:microsoft.com/office/officeart/2005/8/layout/default"/>
    <dgm:cxn modelId="{BE0A46E3-5D1C-47D4-BAF4-ECB81B5C1271}" srcId="{AB5A35EE-6662-4EDF-B85E-B9A3706B2E09}" destId="{8EDB6C21-2796-4783-99C5-8CF88CF940D0}" srcOrd="1" destOrd="0" parTransId="{64CCF702-8AE7-4BDC-842D-DB0E1D67583B}" sibTransId="{F6DB7718-5BBB-4A0B-9F51-CAE7C9115E95}"/>
    <dgm:cxn modelId="{C1A702F9-F1DE-42A9-AE22-74416C26735B}" srcId="{AB5A35EE-6662-4EDF-B85E-B9A3706B2E09}" destId="{B73E2E20-BED8-4BE4-8D71-BE1796B5F8F5}" srcOrd="2" destOrd="0" parTransId="{A9F90F8B-A05B-456E-AECE-63D538983F7E}" sibTransId="{7D863A22-2BAA-456C-A986-7540CAB09167}"/>
    <dgm:cxn modelId="{80812AB2-17FF-544B-94AD-D44D45848A86}" type="presParOf" srcId="{13C7AB5B-90BB-D74E-8D71-7C490F503CD1}" destId="{DF5F061B-F016-8444-8E25-C7C8FF1452FB}" srcOrd="0" destOrd="0" presId="urn:microsoft.com/office/officeart/2005/8/layout/default"/>
    <dgm:cxn modelId="{49F09BE1-486E-2E42-A7EF-50E5D7A0320C}" type="presParOf" srcId="{13C7AB5B-90BB-D74E-8D71-7C490F503CD1}" destId="{DB0347B7-EE41-E74D-AAD9-5E6A7BA12245}" srcOrd="1" destOrd="0" presId="urn:microsoft.com/office/officeart/2005/8/layout/default"/>
    <dgm:cxn modelId="{D85E6CD8-161D-6845-A285-5F0B2A4B772A}" type="presParOf" srcId="{13C7AB5B-90BB-D74E-8D71-7C490F503CD1}" destId="{B3771B74-6D5C-9546-A1D6-7482FB2CB036}" srcOrd="2" destOrd="0" presId="urn:microsoft.com/office/officeart/2005/8/layout/default"/>
    <dgm:cxn modelId="{0910F992-4E9F-1146-80ED-0513E6DF7064}" type="presParOf" srcId="{13C7AB5B-90BB-D74E-8D71-7C490F503CD1}" destId="{3C003488-C7FB-144D-8465-C7B9F63FB901}" srcOrd="3" destOrd="0" presId="urn:microsoft.com/office/officeart/2005/8/layout/default"/>
    <dgm:cxn modelId="{8901107C-9D07-C24D-B5C5-E39494431B6A}" type="presParOf" srcId="{13C7AB5B-90BB-D74E-8D71-7C490F503CD1}" destId="{63D56129-77DB-534C-A227-986F165E272C}" srcOrd="4" destOrd="0" presId="urn:microsoft.com/office/officeart/2005/8/layout/default"/>
    <dgm:cxn modelId="{4CF4908E-9A11-5240-99AF-DFBBA4E26662}" type="presParOf" srcId="{13C7AB5B-90BB-D74E-8D71-7C490F503CD1}" destId="{F18EA8C9-D5AA-6C47-A4C3-2C30ACCB2651}" srcOrd="5" destOrd="0" presId="urn:microsoft.com/office/officeart/2005/8/layout/default"/>
    <dgm:cxn modelId="{9E21BBB8-4951-F04A-A50A-509F1CA6103D}" type="presParOf" srcId="{13C7AB5B-90BB-D74E-8D71-7C490F503CD1}" destId="{24C66A11-88E8-3840-A186-0B6487F5C1AE}" srcOrd="6" destOrd="0" presId="urn:microsoft.com/office/officeart/2005/8/layout/default"/>
    <dgm:cxn modelId="{E061CD9B-CF17-5C4F-A23C-A217B5F93864}" type="presParOf" srcId="{13C7AB5B-90BB-D74E-8D71-7C490F503CD1}" destId="{E64AA03D-7296-BF42-8948-A84C85F1879A}" srcOrd="7" destOrd="0" presId="urn:microsoft.com/office/officeart/2005/8/layout/default"/>
    <dgm:cxn modelId="{19DDA2BB-3CD9-7D47-8DCD-4E20CE4C03E6}" type="presParOf" srcId="{13C7AB5B-90BB-D74E-8D71-7C490F503CD1}" destId="{C107DE51-2DA4-5B43-9D00-DEB1DAF8BD21}" srcOrd="8" destOrd="0" presId="urn:microsoft.com/office/officeart/2005/8/layout/default"/>
    <dgm:cxn modelId="{A9EF4D07-AB58-3E45-9E95-A01A95A64B08}" type="presParOf" srcId="{13C7AB5B-90BB-D74E-8D71-7C490F503CD1}" destId="{12CF98E7-431B-0B4D-9BA4-7BA323A670FF}" srcOrd="9" destOrd="0" presId="urn:microsoft.com/office/officeart/2005/8/layout/default"/>
    <dgm:cxn modelId="{4D7C422A-389B-0042-9BF3-3A09867D2777}" type="presParOf" srcId="{13C7AB5B-90BB-D74E-8D71-7C490F503CD1}" destId="{088A7D32-6B89-BF44-96EB-E49202790FD9}" srcOrd="10" destOrd="0" presId="urn:microsoft.com/office/officeart/2005/8/layout/default"/>
    <dgm:cxn modelId="{A241A297-A44E-2746-B75D-D242708E1C04}" type="presParOf" srcId="{13C7AB5B-90BB-D74E-8D71-7C490F503CD1}" destId="{43B7670B-7D10-ED45-9A11-07A24CBF3268}" srcOrd="11" destOrd="0" presId="urn:microsoft.com/office/officeart/2005/8/layout/default"/>
    <dgm:cxn modelId="{F3E1CCDB-3F43-0040-B68E-E7182C847294}" type="presParOf" srcId="{13C7AB5B-90BB-D74E-8D71-7C490F503CD1}" destId="{188CA535-91D5-B746-B8E0-9BAF3C5BDD9A}" srcOrd="12" destOrd="0" presId="urn:microsoft.com/office/officeart/2005/8/layout/default"/>
    <dgm:cxn modelId="{B1073D86-656B-7A41-A027-F73C31E00733}" type="presParOf" srcId="{13C7AB5B-90BB-D74E-8D71-7C490F503CD1}" destId="{06C70FC3-F833-464F-9FC4-957330B959FB}" srcOrd="13" destOrd="0" presId="urn:microsoft.com/office/officeart/2005/8/layout/default"/>
    <dgm:cxn modelId="{4C4DF3C9-F0B1-9A4F-AA1F-A2313CE1D577}" type="presParOf" srcId="{13C7AB5B-90BB-D74E-8D71-7C490F503CD1}" destId="{1CF70337-F71E-0149-961F-527CFB219D67}" srcOrd="14" destOrd="0" presId="urn:microsoft.com/office/officeart/2005/8/layout/default"/>
    <dgm:cxn modelId="{03BAA1D9-CB9D-6F49-A445-37CFA0529708}" type="presParOf" srcId="{13C7AB5B-90BB-D74E-8D71-7C490F503CD1}" destId="{38CEF383-C730-C947-8F10-9F7C574C3A46}" srcOrd="15" destOrd="0" presId="urn:microsoft.com/office/officeart/2005/8/layout/default"/>
    <dgm:cxn modelId="{708F6C38-AE89-EC4B-901F-2F4F56273778}" type="presParOf" srcId="{13C7AB5B-90BB-D74E-8D71-7C490F503CD1}" destId="{F8B4F648-3D75-EF4F-9D43-1699A0D72DC7}" srcOrd="16" destOrd="0" presId="urn:microsoft.com/office/officeart/2005/8/layout/default"/>
    <dgm:cxn modelId="{C8946848-34EE-4946-A63B-8AB4BACE770C}" type="presParOf" srcId="{13C7AB5B-90BB-D74E-8D71-7C490F503CD1}" destId="{D4E3FEA8-930A-2C41-9C40-204D532D2179}" srcOrd="17" destOrd="0" presId="urn:microsoft.com/office/officeart/2005/8/layout/default"/>
    <dgm:cxn modelId="{41FB84A2-F0D4-8246-896F-F222B6C8E6B3}" type="presParOf" srcId="{13C7AB5B-90BB-D74E-8D71-7C490F503CD1}" destId="{A91C0B3B-CCD6-BC48-96B0-F10412332D5F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18743B-1A8C-4D8C-889F-FB6C201028D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545BDE-1F5B-4DC9-B408-59EBC970072F}">
      <dgm:prSet/>
      <dgm:spPr/>
      <dgm:t>
        <a:bodyPr/>
        <a:lstStyle/>
        <a:p>
          <a:r>
            <a:rPr lang="en-US" b="1"/>
            <a:t>Goals:</a:t>
          </a:r>
          <a:endParaRPr lang="en-US"/>
        </a:p>
      </dgm:t>
    </dgm:pt>
    <dgm:pt modelId="{44DBFA82-E32B-40CC-A613-B42B077D33AB}" type="parTrans" cxnId="{C29955F4-A252-4231-84D6-523CC9CB3AD3}">
      <dgm:prSet/>
      <dgm:spPr/>
      <dgm:t>
        <a:bodyPr/>
        <a:lstStyle/>
        <a:p>
          <a:endParaRPr lang="en-US"/>
        </a:p>
      </dgm:t>
    </dgm:pt>
    <dgm:pt modelId="{B6FC2B2F-F962-402C-9BF5-DDB00A2AC93A}" type="sibTrans" cxnId="{C29955F4-A252-4231-84D6-523CC9CB3AD3}">
      <dgm:prSet/>
      <dgm:spPr/>
      <dgm:t>
        <a:bodyPr/>
        <a:lstStyle/>
        <a:p>
          <a:endParaRPr lang="en-US"/>
        </a:p>
      </dgm:t>
    </dgm:pt>
    <dgm:pt modelId="{E1F556D8-B9CC-4A02-A823-4E8360FFCC57}">
      <dgm:prSet/>
      <dgm:spPr/>
      <dgm:t>
        <a:bodyPr/>
        <a:lstStyle/>
        <a:p>
          <a:r>
            <a:rPr lang="en-US"/>
            <a:t>✅ Build scalable data pipeline to process healthcare data</a:t>
          </a:r>
        </a:p>
      </dgm:t>
    </dgm:pt>
    <dgm:pt modelId="{EE60FC36-BE67-440E-ADB8-A0D35F8219D6}" type="parTrans" cxnId="{7B8D481B-9965-4D77-B2B7-65C2C420DBFA}">
      <dgm:prSet/>
      <dgm:spPr/>
      <dgm:t>
        <a:bodyPr/>
        <a:lstStyle/>
        <a:p>
          <a:endParaRPr lang="en-US"/>
        </a:p>
      </dgm:t>
    </dgm:pt>
    <dgm:pt modelId="{9E54D1DF-6DF3-4C98-9BBE-350A0DD21B25}" type="sibTrans" cxnId="{7B8D481B-9965-4D77-B2B7-65C2C420DBFA}">
      <dgm:prSet/>
      <dgm:spPr/>
      <dgm:t>
        <a:bodyPr/>
        <a:lstStyle/>
        <a:p>
          <a:endParaRPr lang="en-US"/>
        </a:p>
      </dgm:t>
    </dgm:pt>
    <dgm:pt modelId="{AC80C853-7B49-4027-B598-B1BF04AAF20F}">
      <dgm:prSet/>
      <dgm:spPr/>
      <dgm:t>
        <a:bodyPr/>
        <a:lstStyle/>
        <a:p>
          <a:r>
            <a:rPr lang="en-US"/>
            <a:t>✅ Answer 13 critical business questions</a:t>
          </a:r>
        </a:p>
      </dgm:t>
    </dgm:pt>
    <dgm:pt modelId="{AA18F24B-53B0-4A23-B5CD-5F84C38305AD}" type="parTrans" cxnId="{AAF94CA9-AD3F-49D9-B21F-DB1F7C950B4C}">
      <dgm:prSet/>
      <dgm:spPr/>
      <dgm:t>
        <a:bodyPr/>
        <a:lstStyle/>
        <a:p>
          <a:endParaRPr lang="en-US"/>
        </a:p>
      </dgm:t>
    </dgm:pt>
    <dgm:pt modelId="{BA50EF4F-6DC6-4B39-B4BE-7E9318827B58}" type="sibTrans" cxnId="{AAF94CA9-AD3F-49D9-B21F-DB1F7C950B4C}">
      <dgm:prSet/>
      <dgm:spPr/>
      <dgm:t>
        <a:bodyPr/>
        <a:lstStyle/>
        <a:p>
          <a:endParaRPr lang="en-US"/>
        </a:p>
      </dgm:t>
    </dgm:pt>
    <dgm:pt modelId="{AD7484B8-C432-424F-BD01-17ED83E8ADA9}">
      <dgm:prSet/>
      <dgm:spPr/>
      <dgm:t>
        <a:bodyPr/>
        <a:lstStyle/>
        <a:p>
          <a:r>
            <a:rPr lang="en-US"/>
            <a:t>✅ Create interactive dashboards for stakeholders</a:t>
          </a:r>
        </a:p>
      </dgm:t>
    </dgm:pt>
    <dgm:pt modelId="{9A07F562-6E0F-4747-B2EB-C879B195A790}" type="parTrans" cxnId="{DF4D549F-AC89-4A6C-BD17-E962A8D47AFF}">
      <dgm:prSet/>
      <dgm:spPr/>
      <dgm:t>
        <a:bodyPr/>
        <a:lstStyle/>
        <a:p>
          <a:endParaRPr lang="en-US"/>
        </a:p>
      </dgm:t>
    </dgm:pt>
    <dgm:pt modelId="{EE9AFBBC-88C6-4FE1-BD70-C90B889705E2}" type="sibTrans" cxnId="{DF4D549F-AC89-4A6C-BD17-E962A8D47AFF}">
      <dgm:prSet/>
      <dgm:spPr/>
      <dgm:t>
        <a:bodyPr/>
        <a:lstStyle/>
        <a:p>
          <a:endParaRPr lang="en-US"/>
        </a:p>
      </dgm:t>
    </dgm:pt>
    <dgm:pt modelId="{E19C6BC3-28BE-48B1-94C0-11B13418BF4D}">
      <dgm:prSet/>
      <dgm:spPr/>
      <dgm:t>
        <a:bodyPr/>
        <a:lstStyle/>
        <a:p>
          <a:r>
            <a:rPr lang="en-US"/>
            <a:t>✅ Implement cost-effective solution (vs traditional data warehouse)</a:t>
          </a:r>
        </a:p>
      </dgm:t>
    </dgm:pt>
    <dgm:pt modelId="{FD988B56-5224-486F-8945-96ECB77BD377}" type="parTrans" cxnId="{C58A9407-07BA-412B-B5ED-AF90B7EA5DB2}">
      <dgm:prSet/>
      <dgm:spPr/>
      <dgm:t>
        <a:bodyPr/>
        <a:lstStyle/>
        <a:p>
          <a:endParaRPr lang="en-US"/>
        </a:p>
      </dgm:t>
    </dgm:pt>
    <dgm:pt modelId="{200573C7-680F-49B2-84B7-5370BA8761F4}" type="sibTrans" cxnId="{C58A9407-07BA-412B-B5ED-AF90B7EA5DB2}">
      <dgm:prSet/>
      <dgm:spPr/>
      <dgm:t>
        <a:bodyPr/>
        <a:lstStyle/>
        <a:p>
          <a:endParaRPr lang="en-US"/>
        </a:p>
      </dgm:t>
    </dgm:pt>
    <dgm:pt modelId="{0583EE85-7795-40B8-A182-2A322D866980}">
      <dgm:prSet/>
      <dgm:spPr/>
      <dgm:t>
        <a:bodyPr/>
        <a:lstStyle/>
        <a:p>
          <a:r>
            <a:rPr lang="en-US"/>
            <a:t>✅ Enable self-service analytics with SQL</a:t>
          </a:r>
        </a:p>
      </dgm:t>
    </dgm:pt>
    <dgm:pt modelId="{FAF7CF39-6C42-4F68-9F9F-0B42C64D16E8}" type="parTrans" cxnId="{75968262-E1A1-4D96-A954-7A176FBD11FC}">
      <dgm:prSet/>
      <dgm:spPr/>
      <dgm:t>
        <a:bodyPr/>
        <a:lstStyle/>
        <a:p>
          <a:endParaRPr lang="en-US"/>
        </a:p>
      </dgm:t>
    </dgm:pt>
    <dgm:pt modelId="{DDD3BF38-3FA1-45A5-8D82-D874717D70DA}" type="sibTrans" cxnId="{75968262-E1A1-4D96-A954-7A176FBD11FC}">
      <dgm:prSet/>
      <dgm:spPr/>
      <dgm:t>
        <a:bodyPr/>
        <a:lstStyle/>
        <a:p>
          <a:endParaRPr lang="en-US"/>
        </a:p>
      </dgm:t>
    </dgm:pt>
    <dgm:pt modelId="{23B014AD-6AF4-4BFC-AC5C-80784E91336F}">
      <dgm:prSet/>
      <dgm:spPr/>
      <dgm:t>
        <a:bodyPr/>
        <a:lstStyle/>
        <a:p>
          <a:r>
            <a:rPr lang="en-US" b="1"/>
            <a:t>Success Criteria:</a:t>
          </a:r>
          <a:endParaRPr lang="en-US"/>
        </a:p>
      </dgm:t>
    </dgm:pt>
    <dgm:pt modelId="{F07C62BF-C278-4BE9-AF11-4F9E839CD9BE}" type="parTrans" cxnId="{D83B368C-0405-473E-8EF8-9A0CF14A4A1E}">
      <dgm:prSet/>
      <dgm:spPr/>
      <dgm:t>
        <a:bodyPr/>
        <a:lstStyle/>
        <a:p>
          <a:endParaRPr lang="en-US"/>
        </a:p>
      </dgm:t>
    </dgm:pt>
    <dgm:pt modelId="{16062421-395A-4ED7-B25B-84C1189997C6}" type="sibTrans" cxnId="{D83B368C-0405-473E-8EF8-9A0CF14A4A1E}">
      <dgm:prSet/>
      <dgm:spPr/>
      <dgm:t>
        <a:bodyPr/>
        <a:lstStyle/>
        <a:p>
          <a:endParaRPr lang="en-US"/>
        </a:p>
      </dgm:t>
    </dgm:pt>
    <dgm:pt modelId="{9DDA0FB1-B962-4B64-867E-7B1DA65E6B2F}">
      <dgm:prSet/>
      <dgm:spPr/>
      <dgm:t>
        <a:bodyPr/>
        <a:lstStyle/>
        <a:p>
          <a:r>
            <a:rPr lang="en-US"/>
            <a:t>Process all data sources automatically</a:t>
          </a:r>
        </a:p>
      </dgm:t>
    </dgm:pt>
    <dgm:pt modelId="{0C002C53-ED07-47D0-9D34-36F9F473FE15}" type="parTrans" cxnId="{93280475-4E21-4F93-8560-9DDC4A5D2A88}">
      <dgm:prSet/>
      <dgm:spPr/>
      <dgm:t>
        <a:bodyPr/>
        <a:lstStyle/>
        <a:p>
          <a:endParaRPr lang="en-US"/>
        </a:p>
      </dgm:t>
    </dgm:pt>
    <dgm:pt modelId="{87427B7D-7FCB-4839-BBAD-D206B51543D4}" type="sibTrans" cxnId="{93280475-4E21-4F93-8560-9DDC4A5D2A88}">
      <dgm:prSet/>
      <dgm:spPr/>
      <dgm:t>
        <a:bodyPr/>
        <a:lstStyle/>
        <a:p>
          <a:endParaRPr lang="en-US"/>
        </a:p>
      </dgm:t>
    </dgm:pt>
    <dgm:pt modelId="{AB547FC9-7D36-423F-9CFC-959D5A469031}">
      <dgm:prSet/>
      <dgm:spPr/>
      <dgm:t>
        <a:bodyPr/>
        <a:lstStyle/>
        <a:p>
          <a:r>
            <a:rPr lang="en-US"/>
            <a:t>Query performance &lt; 10 seconds</a:t>
          </a:r>
        </a:p>
      </dgm:t>
    </dgm:pt>
    <dgm:pt modelId="{7347B4EA-78DE-43BB-B7E5-0B7CECA80DC5}" type="parTrans" cxnId="{D8A7EC4D-22F0-4B55-AC46-915B7C469548}">
      <dgm:prSet/>
      <dgm:spPr/>
      <dgm:t>
        <a:bodyPr/>
        <a:lstStyle/>
        <a:p>
          <a:endParaRPr lang="en-US"/>
        </a:p>
      </dgm:t>
    </dgm:pt>
    <dgm:pt modelId="{0079573A-B00F-475C-ADA7-51E7C4BD255D}" type="sibTrans" cxnId="{D8A7EC4D-22F0-4B55-AC46-915B7C469548}">
      <dgm:prSet/>
      <dgm:spPr/>
      <dgm:t>
        <a:bodyPr/>
        <a:lstStyle/>
        <a:p>
          <a:endParaRPr lang="en-US"/>
        </a:p>
      </dgm:t>
    </dgm:pt>
    <dgm:pt modelId="{8E6C57BD-7BDF-4488-AF31-EB9F726B9F18}">
      <dgm:prSet/>
      <dgm:spPr/>
      <dgm:t>
        <a:bodyPr/>
        <a:lstStyle/>
        <a:p>
          <a:r>
            <a:rPr lang="en-US"/>
            <a:t>Monthly cost &lt; $15</a:t>
          </a:r>
        </a:p>
      </dgm:t>
    </dgm:pt>
    <dgm:pt modelId="{84AF14DF-4869-4596-B0E9-15783F2598D7}" type="parTrans" cxnId="{32F7D864-7167-4676-BB16-D2232562BAF4}">
      <dgm:prSet/>
      <dgm:spPr/>
      <dgm:t>
        <a:bodyPr/>
        <a:lstStyle/>
        <a:p>
          <a:endParaRPr lang="en-US"/>
        </a:p>
      </dgm:t>
    </dgm:pt>
    <dgm:pt modelId="{89BDCA0D-B830-4BFE-BC57-02B730579256}" type="sibTrans" cxnId="{32F7D864-7167-4676-BB16-D2232562BAF4}">
      <dgm:prSet/>
      <dgm:spPr/>
      <dgm:t>
        <a:bodyPr/>
        <a:lstStyle/>
        <a:p>
          <a:endParaRPr lang="en-US"/>
        </a:p>
      </dgm:t>
    </dgm:pt>
    <dgm:pt modelId="{E73F79B2-2352-4946-8993-600948EB2C42}">
      <dgm:prSet/>
      <dgm:spPr/>
      <dgm:t>
        <a:bodyPr/>
        <a:lstStyle/>
        <a:p>
          <a:r>
            <a:rPr lang="en-US"/>
            <a:t>Insights accessible to non-technical users</a:t>
          </a:r>
        </a:p>
      </dgm:t>
    </dgm:pt>
    <dgm:pt modelId="{D90F8283-8BA5-492B-9784-8927B9ADCF35}" type="parTrans" cxnId="{1A354158-2263-4A18-A550-7176CD6E5095}">
      <dgm:prSet/>
      <dgm:spPr/>
      <dgm:t>
        <a:bodyPr/>
        <a:lstStyle/>
        <a:p>
          <a:endParaRPr lang="en-US"/>
        </a:p>
      </dgm:t>
    </dgm:pt>
    <dgm:pt modelId="{13993786-5D10-4908-B0E0-E5F4217763F4}" type="sibTrans" cxnId="{1A354158-2263-4A18-A550-7176CD6E5095}">
      <dgm:prSet/>
      <dgm:spPr/>
      <dgm:t>
        <a:bodyPr/>
        <a:lstStyle/>
        <a:p>
          <a:endParaRPr lang="en-US"/>
        </a:p>
      </dgm:t>
    </dgm:pt>
    <dgm:pt modelId="{9A4C3E7C-28A2-D94E-AA71-CF373063BDD7}" type="pres">
      <dgm:prSet presAssocID="{1818743B-1A8C-4D8C-889F-FB6C201028DF}" presName="vert0" presStyleCnt="0">
        <dgm:presLayoutVars>
          <dgm:dir/>
          <dgm:animOne val="branch"/>
          <dgm:animLvl val="lvl"/>
        </dgm:presLayoutVars>
      </dgm:prSet>
      <dgm:spPr/>
    </dgm:pt>
    <dgm:pt modelId="{5F76781F-7578-D947-B840-82289DEFE7E8}" type="pres">
      <dgm:prSet presAssocID="{3F545BDE-1F5B-4DC9-B408-59EBC970072F}" presName="thickLine" presStyleLbl="alignNode1" presStyleIdx="0" presStyleCnt="2"/>
      <dgm:spPr/>
    </dgm:pt>
    <dgm:pt modelId="{7EA0ABEF-58D3-4741-8F3F-BC8D1796F113}" type="pres">
      <dgm:prSet presAssocID="{3F545BDE-1F5B-4DC9-B408-59EBC970072F}" presName="horz1" presStyleCnt="0"/>
      <dgm:spPr/>
    </dgm:pt>
    <dgm:pt modelId="{BA51F6C3-6849-9B4D-89C6-910A39A0F17B}" type="pres">
      <dgm:prSet presAssocID="{3F545BDE-1F5B-4DC9-B408-59EBC970072F}" presName="tx1" presStyleLbl="revTx" presStyleIdx="0" presStyleCnt="11"/>
      <dgm:spPr/>
    </dgm:pt>
    <dgm:pt modelId="{BF55FBBB-E859-BE47-90E1-86F83C152B01}" type="pres">
      <dgm:prSet presAssocID="{3F545BDE-1F5B-4DC9-B408-59EBC970072F}" presName="vert1" presStyleCnt="0"/>
      <dgm:spPr/>
    </dgm:pt>
    <dgm:pt modelId="{CFAEE024-23AD-A848-BA68-36E34F4488FF}" type="pres">
      <dgm:prSet presAssocID="{E1F556D8-B9CC-4A02-A823-4E8360FFCC57}" presName="vertSpace2a" presStyleCnt="0"/>
      <dgm:spPr/>
    </dgm:pt>
    <dgm:pt modelId="{5FCB2277-D924-0841-9316-5425C64D7E76}" type="pres">
      <dgm:prSet presAssocID="{E1F556D8-B9CC-4A02-A823-4E8360FFCC57}" presName="horz2" presStyleCnt="0"/>
      <dgm:spPr/>
    </dgm:pt>
    <dgm:pt modelId="{30E2FAA3-04D7-2840-9942-432CC24093D6}" type="pres">
      <dgm:prSet presAssocID="{E1F556D8-B9CC-4A02-A823-4E8360FFCC57}" presName="horzSpace2" presStyleCnt="0"/>
      <dgm:spPr/>
    </dgm:pt>
    <dgm:pt modelId="{0DCDC41E-DA0A-A14B-AFAC-ADED276DEDA7}" type="pres">
      <dgm:prSet presAssocID="{E1F556D8-B9CC-4A02-A823-4E8360FFCC57}" presName="tx2" presStyleLbl="revTx" presStyleIdx="1" presStyleCnt="11"/>
      <dgm:spPr/>
    </dgm:pt>
    <dgm:pt modelId="{3AEF14E3-8CDE-974D-87E0-E88C55F04747}" type="pres">
      <dgm:prSet presAssocID="{E1F556D8-B9CC-4A02-A823-4E8360FFCC57}" presName="vert2" presStyleCnt="0"/>
      <dgm:spPr/>
    </dgm:pt>
    <dgm:pt modelId="{B72C5F44-E9C4-0349-9FCB-B89FD54D488E}" type="pres">
      <dgm:prSet presAssocID="{E1F556D8-B9CC-4A02-A823-4E8360FFCC57}" presName="thinLine2b" presStyleLbl="callout" presStyleIdx="0" presStyleCnt="9"/>
      <dgm:spPr/>
    </dgm:pt>
    <dgm:pt modelId="{2AD0ADC6-6B3B-EF44-9CE0-CBEDC4681DAD}" type="pres">
      <dgm:prSet presAssocID="{E1F556D8-B9CC-4A02-A823-4E8360FFCC57}" presName="vertSpace2b" presStyleCnt="0"/>
      <dgm:spPr/>
    </dgm:pt>
    <dgm:pt modelId="{94A9FBB6-6FB3-5B47-999E-811961A424B8}" type="pres">
      <dgm:prSet presAssocID="{AC80C853-7B49-4027-B598-B1BF04AAF20F}" presName="horz2" presStyleCnt="0"/>
      <dgm:spPr/>
    </dgm:pt>
    <dgm:pt modelId="{FF884BBB-0D71-4841-B2EB-05056E5D60D7}" type="pres">
      <dgm:prSet presAssocID="{AC80C853-7B49-4027-B598-B1BF04AAF20F}" presName="horzSpace2" presStyleCnt="0"/>
      <dgm:spPr/>
    </dgm:pt>
    <dgm:pt modelId="{2A72B688-F58E-EE45-A5E9-5D71E9A4808B}" type="pres">
      <dgm:prSet presAssocID="{AC80C853-7B49-4027-B598-B1BF04AAF20F}" presName="tx2" presStyleLbl="revTx" presStyleIdx="2" presStyleCnt="11"/>
      <dgm:spPr/>
    </dgm:pt>
    <dgm:pt modelId="{1DA70C3E-C912-5D43-B9F1-F944617D2D77}" type="pres">
      <dgm:prSet presAssocID="{AC80C853-7B49-4027-B598-B1BF04AAF20F}" presName="vert2" presStyleCnt="0"/>
      <dgm:spPr/>
    </dgm:pt>
    <dgm:pt modelId="{1DBE170B-84B3-8249-A34D-74460DC13E37}" type="pres">
      <dgm:prSet presAssocID="{AC80C853-7B49-4027-B598-B1BF04AAF20F}" presName="thinLine2b" presStyleLbl="callout" presStyleIdx="1" presStyleCnt="9"/>
      <dgm:spPr/>
    </dgm:pt>
    <dgm:pt modelId="{EE785A7F-9B7D-A346-BDC3-B518EE06847A}" type="pres">
      <dgm:prSet presAssocID="{AC80C853-7B49-4027-B598-B1BF04AAF20F}" presName="vertSpace2b" presStyleCnt="0"/>
      <dgm:spPr/>
    </dgm:pt>
    <dgm:pt modelId="{98B0587D-93A3-5740-9085-DC2FA542653B}" type="pres">
      <dgm:prSet presAssocID="{AD7484B8-C432-424F-BD01-17ED83E8ADA9}" presName="horz2" presStyleCnt="0"/>
      <dgm:spPr/>
    </dgm:pt>
    <dgm:pt modelId="{BCEA0C86-9970-6842-8A36-7D7FF23FBADA}" type="pres">
      <dgm:prSet presAssocID="{AD7484B8-C432-424F-BD01-17ED83E8ADA9}" presName="horzSpace2" presStyleCnt="0"/>
      <dgm:spPr/>
    </dgm:pt>
    <dgm:pt modelId="{DF6B2CED-F4F8-D34A-BAEC-9A670F0C40E6}" type="pres">
      <dgm:prSet presAssocID="{AD7484B8-C432-424F-BD01-17ED83E8ADA9}" presName="tx2" presStyleLbl="revTx" presStyleIdx="3" presStyleCnt="11"/>
      <dgm:spPr/>
    </dgm:pt>
    <dgm:pt modelId="{D0D3E079-6610-8D4A-94B0-E7219FF4DDB8}" type="pres">
      <dgm:prSet presAssocID="{AD7484B8-C432-424F-BD01-17ED83E8ADA9}" presName="vert2" presStyleCnt="0"/>
      <dgm:spPr/>
    </dgm:pt>
    <dgm:pt modelId="{4AE45C88-2959-A247-8C67-AD4FFD7E7189}" type="pres">
      <dgm:prSet presAssocID="{AD7484B8-C432-424F-BD01-17ED83E8ADA9}" presName="thinLine2b" presStyleLbl="callout" presStyleIdx="2" presStyleCnt="9"/>
      <dgm:spPr/>
    </dgm:pt>
    <dgm:pt modelId="{146EB3D4-AF59-AE4E-B9C5-23C959E7C0DC}" type="pres">
      <dgm:prSet presAssocID="{AD7484B8-C432-424F-BD01-17ED83E8ADA9}" presName="vertSpace2b" presStyleCnt="0"/>
      <dgm:spPr/>
    </dgm:pt>
    <dgm:pt modelId="{C5520F79-E41E-FF47-9755-99921D117DBF}" type="pres">
      <dgm:prSet presAssocID="{E19C6BC3-28BE-48B1-94C0-11B13418BF4D}" presName="horz2" presStyleCnt="0"/>
      <dgm:spPr/>
    </dgm:pt>
    <dgm:pt modelId="{2C4E5BDE-8E19-4A48-81F8-0B6B5E300CDE}" type="pres">
      <dgm:prSet presAssocID="{E19C6BC3-28BE-48B1-94C0-11B13418BF4D}" presName="horzSpace2" presStyleCnt="0"/>
      <dgm:spPr/>
    </dgm:pt>
    <dgm:pt modelId="{11413A2D-8F1E-474E-AA9B-762EC37A3E4B}" type="pres">
      <dgm:prSet presAssocID="{E19C6BC3-28BE-48B1-94C0-11B13418BF4D}" presName="tx2" presStyleLbl="revTx" presStyleIdx="4" presStyleCnt="11"/>
      <dgm:spPr/>
    </dgm:pt>
    <dgm:pt modelId="{BB07576C-DFB2-5D42-AF59-B8BE8C622998}" type="pres">
      <dgm:prSet presAssocID="{E19C6BC3-28BE-48B1-94C0-11B13418BF4D}" presName="vert2" presStyleCnt="0"/>
      <dgm:spPr/>
    </dgm:pt>
    <dgm:pt modelId="{533A6CAD-B407-FE4E-8F5E-61B6C97D9CC9}" type="pres">
      <dgm:prSet presAssocID="{E19C6BC3-28BE-48B1-94C0-11B13418BF4D}" presName="thinLine2b" presStyleLbl="callout" presStyleIdx="3" presStyleCnt="9"/>
      <dgm:spPr/>
    </dgm:pt>
    <dgm:pt modelId="{1AB2D2D2-12F6-F442-87F6-78D16E7E032E}" type="pres">
      <dgm:prSet presAssocID="{E19C6BC3-28BE-48B1-94C0-11B13418BF4D}" presName="vertSpace2b" presStyleCnt="0"/>
      <dgm:spPr/>
    </dgm:pt>
    <dgm:pt modelId="{3BCB8B45-7128-574E-BD04-FEF501E4B4E1}" type="pres">
      <dgm:prSet presAssocID="{0583EE85-7795-40B8-A182-2A322D866980}" presName="horz2" presStyleCnt="0"/>
      <dgm:spPr/>
    </dgm:pt>
    <dgm:pt modelId="{E5188D0C-DB28-BA42-A4BF-9B180B1AF191}" type="pres">
      <dgm:prSet presAssocID="{0583EE85-7795-40B8-A182-2A322D866980}" presName="horzSpace2" presStyleCnt="0"/>
      <dgm:spPr/>
    </dgm:pt>
    <dgm:pt modelId="{C92A5AC7-9364-7246-B56C-051F0B42B724}" type="pres">
      <dgm:prSet presAssocID="{0583EE85-7795-40B8-A182-2A322D866980}" presName="tx2" presStyleLbl="revTx" presStyleIdx="5" presStyleCnt="11"/>
      <dgm:spPr/>
    </dgm:pt>
    <dgm:pt modelId="{E6B77029-C187-834E-92AA-DD017B0796E8}" type="pres">
      <dgm:prSet presAssocID="{0583EE85-7795-40B8-A182-2A322D866980}" presName="vert2" presStyleCnt="0"/>
      <dgm:spPr/>
    </dgm:pt>
    <dgm:pt modelId="{FE3C433E-1D1C-314A-934A-5F3520179934}" type="pres">
      <dgm:prSet presAssocID="{0583EE85-7795-40B8-A182-2A322D866980}" presName="thinLine2b" presStyleLbl="callout" presStyleIdx="4" presStyleCnt="9"/>
      <dgm:spPr/>
    </dgm:pt>
    <dgm:pt modelId="{0543CFFD-12BB-094F-8B7B-E257FCD213F2}" type="pres">
      <dgm:prSet presAssocID="{0583EE85-7795-40B8-A182-2A322D866980}" presName="vertSpace2b" presStyleCnt="0"/>
      <dgm:spPr/>
    </dgm:pt>
    <dgm:pt modelId="{5000A45D-79D3-B944-AC9F-44BBDD74E571}" type="pres">
      <dgm:prSet presAssocID="{23B014AD-6AF4-4BFC-AC5C-80784E91336F}" presName="thickLine" presStyleLbl="alignNode1" presStyleIdx="1" presStyleCnt="2"/>
      <dgm:spPr/>
    </dgm:pt>
    <dgm:pt modelId="{FCCB0402-8372-FD43-82F7-4BA833A935A8}" type="pres">
      <dgm:prSet presAssocID="{23B014AD-6AF4-4BFC-AC5C-80784E91336F}" presName="horz1" presStyleCnt="0"/>
      <dgm:spPr/>
    </dgm:pt>
    <dgm:pt modelId="{60B7F703-38AD-3449-A237-6F70075C33CF}" type="pres">
      <dgm:prSet presAssocID="{23B014AD-6AF4-4BFC-AC5C-80784E91336F}" presName="tx1" presStyleLbl="revTx" presStyleIdx="6" presStyleCnt="11"/>
      <dgm:spPr/>
    </dgm:pt>
    <dgm:pt modelId="{08AA1BC1-DD59-8F43-82A2-D6D673DAF790}" type="pres">
      <dgm:prSet presAssocID="{23B014AD-6AF4-4BFC-AC5C-80784E91336F}" presName="vert1" presStyleCnt="0"/>
      <dgm:spPr/>
    </dgm:pt>
    <dgm:pt modelId="{EC14D158-FC66-F94E-ACD0-72A6357B3F06}" type="pres">
      <dgm:prSet presAssocID="{9DDA0FB1-B962-4B64-867E-7B1DA65E6B2F}" presName="vertSpace2a" presStyleCnt="0"/>
      <dgm:spPr/>
    </dgm:pt>
    <dgm:pt modelId="{8BA6A752-4A73-6644-A91C-38D8EC830BF0}" type="pres">
      <dgm:prSet presAssocID="{9DDA0FB1-B962-4B64-867E-7B1DA65E6B2F}" presName="horz2" presStyleCnt="0"/>
      <dgm:spPr/>
    </dgm:pt>
    <dgm:pt modelId="{7D418A8A-77FF-CA48-9AA0-5F474FD2E39D}" type="pres">
      <dgm:prSet presAssocID="{9DDA0FB1-B962-4B64-867E-7B1DA65E6B2F}" presName="horzSpace2" presStyleCnt="0"/>
      <dgm:spPr/>
    </dgm:pt>
    <dgm:pt modelId="{C17A609F-0411-3C47-ACD6-A43E366DFD03}" type="pres">
      <dgm:prSet presAssocID="{9DDA0FB1-B962-4B64-867E-7B1DA65E6B2F}" presName="tx2" presStyleLbl="revTx" presStyleIdx="7" presStyleCnt="11"/>
      <dgm:spPr/>
    </dgm:pt>
    <dgm:pt modelId="{0EB89CDB-88EE-2F4E-8B39-865B2B839B94}" type="pres">
      <dgm:prSet presAssocID="{9DDA0FB1-B962-4B64-867E-7B1DA65E6B2F}" presName="vert2" presStyleCnt="0"/>
      <dgm:spPr/>
    </dgm:pt>
    <dgm:pt modelId="{330BD813-E808-2143-A921-625C29A9876D}" type="pres">
      <dgm:prSet presAssocID="{9DDA0FB1-B962-4B64-867E-7B1DA65E6B2F}" presName="thinLine2b" presStyleLbl="callout" presStyleIdx="5" presStyleCnt="9"/>
      <dgm:spPr/>
    </dgm:pt>
    <dgm:pt modelId="{A035D88D-AC20-8741-8236-6B0F8EA36812}" type="pres">
      <dgm:prSet presAssocID="{9DDA0FB1-B962-4B64-867E-7B1DA65E6B2F}" presName="vertSpace2b" presStyleCnt="0"/>
      <dgm:spPr/>
    </dgm:pt>
    <dgm:pt modelId="{940B4E7A-6533-A14F-9A11-1771B2FD49A4}" type="pres">
      <dgm:prSet presAssocID="{AB547FC9-7D36-423F-9CFC-959D5A469031}" presName="horz2" presStyleCnt="0"/>
      <dgm:spPr/>
    </dgm:pt>
    <dgm:pt modelId="{F28A0471-ECC7-2244-82D3-615E5730FB81}" type="pres">
      <dgm:prSet presAssocID="{AB547FC9-7D36-423F-9CFC-959D5A469031}" presName="horzSpace2" presStyleCnt="0"/>
      <dgm:spPr/>
    </dgm:pt>
    <dgm:pt modelId="{8AC4F598-BB2A-C444-BA3A-040646BF40F6}" type="pres">
      <dgm:prSet presAssocID="{AB547FC9-7D36-423F-9CFC-959D5A469031}" presName="tx2" presStyleLbl="revTx" presStyleIdx="8" presStyleCnt="11"/>
      <dgm:spPr/>
    </dgm:pt>
    <dgm:pt modelId="{72042524-29C6-8540-9D1E-D472026ED000}" type="pres">
      <dgm:prSet presAssocID="{AB547FC9-7D36-423F-9CFC-959D5A469031}" presName="vert2" presStyleCnt="0"/>
      <dgm:spPr/>
    </dgm:pt>
    <dgm:pt modelId="{9C3631F6-1675-CB41-BC68-AF1605F318A0}" type="pres">
      <dgm:prSet presAssocID="{AB547FC9-7D36-423F-9CFC-959D5A469031}" presName="thinLine2b" presStyleLbl="callout" presStyleIdx="6" presStyleCnt="9"/>
      <dgm:spPr/>
    </dgm:pt>
    <dgm:pt modelId="{2C2B4FE5-C0A5-154A-85BD-4E93E4F45140}" type="pres">
      <dgm:prSet presAssocID="{AB547FC9-7D36-423F-9CFC-959D5A469031}" presName="vertSpace2b" presStyleCnt="0"/>
      <dgm:spPr/>
    </dgm:pt>
    <dgm:pt modelId="{7A51B84E-17E4-B14D-A7CE-954ED8BEA1E0}" type="pres">
      <dgm:prSet presAssocID="{8E6C57BD-7BDF-4488-AF31-EB9F726B9F18}" presName="horz2" presStyleCnt="0"/>
      <dgm:spPr/>
    </dgm:pt>
    <dgm:pt modelId="{0A0C260B-7546-174D-8225-006935AB649F}" type="pres">
      <dgm:prSet presAssocID="{8E6C57BD-7BDF-4488-AF31-EB9F726B9F18}" presName="horzSpace2" presStyleCnt="0"/>
      <dgm:spPr/>
    </dgm:pt>
    <dgm:pt modelId="{F7C2C3EF-6A3A-994A-83EC-7D6876AE92C8}" type="pres">
      <dgm:prSet presAssocID="{8E6C57BD-7BDF-4488-AF31-EB9F726B9F18}" presName="tx2" presStyleLbl="revTx" presStyleIdx="9" presStyleCnt="11"/>
      <dgm:spPr/>
    </dgm:pt>
    <dgm:pt modelId="{A6464977-31DD-0144-A12B-54597CAF8451}" type="pres">
      <dgm:prSet presAssocID="{8E6C57BD-7BDF-4488-AF31-EB9F726B9F18}" presName="vert2" presStyleCnt="0"/>
      <dgm:spPr/>
    </dgm:pt>
    <dgm:pt modelId="{999EA527-A9D6-454B-8206-01A70E9C77E8}" type="pres">
      <dgm:prSet presAssocID="{8E6C57BD-7BDF-4488-AF31-EB9F726B9F18}" presName="thinLine2b" presStyleLbl="callout" presStyleIdx="7" presStyleCnt="9"/>
      <dgm:spPr/>
    </dgm:pt>
    <dgm:pt modelId="{57C6B775-D585-5548-8250-219FA3D532A0}" type="pres">
      <dgm:prSet presAssocID="{8E6C57BD-7BDF-4488-AF31-EB9F726B9F18}" presName="vertSpace2b" presStyleCnt="0"/>
      <dgm:spPr/>
    </dgm:pt>
    <dgm:pt modelId="{DF06EDD5-95EF-234C-B7D9-533E9184B176}" type="pres">
      <dgm:prSet presAssocID="{E73F79B2-2352-4946-8993-600948EB2C42}" presName="horz2" presStyleCnt="0"/>
      <dgm:spPr/>
    </dgm:pt>
    <dgm:pt modelId="{EECAB9C2-2FA5-5B4F-98DA-21D9A6302EB6}" type="pres">
      <dgm:prSet presAssocID="{E73F79B2-2352-4946-8993-600948EB2C42}" presName="horzSpace2" presStyleCnt="0"/>
      <dgm:spPr/>
    </dgm:pt>
    <dgm:pt modelId="{DB4CDF51-A2AC-584B-8577-77280D6B896C}" type="pres">
      <dgm:prSet presAssocID="{E73F79B2-2352-4946-8993-600948EB2C42}" presName="tx2" presStyleLbl="revTx" presStyleIdx="10" presStyleCnt="11"/>
      <dgm:spPr/>
    </dgm:pt>
    <dgm:pt modelId="{72187914-852F-D04B-BDC1-E57218AC33ED}" type="pres">
      <dgm:prSet presAssocID="{E73F79B2-2352-4946-8993-600948EB2C42}" presName="vert2" presStyleCnt="0"/>
      <dgm:spPr/>
    </dgm:pt>
    <dgm:pt modelId="{67D136B0-AB2E-F049-A3FB-CD873CDE2DD0}" type="pres">
      <dgm:prSet presAssocID="{E73F79B2-2352-4946-8993-600948EB2C42}" presName="thinLine2b" presStyleLbl="callout" presStyleIdx="8" presStyleCnt="9"/>
      <dgm:spPr/>
    </dgm:pt>
    <dgm:pt modelId="{C8766883-43FF-0F43-8C0A-C6864A03777B}" type="pres">
      <dgm:prSet presAssocID="{E73F79B2-2352-4946-8993-600948EB2C42}" presName="vertSpace2b" presStyleCnt="0"/>
      <dgm:spPr/>
    </dgm:pt>
  </dgm:ptLst>
  <dgm:cxnLst>
    <dgm:cxn modelId="{06F06601-8DB9-064E-986B-C70B03646485}" type="presOf" srcId="{0583EE85-7795-40B8-A182-2A322D866980}" destId="{C92A5AC7-9364-7246-B56C-051F0B42B724}" srcOrd="0" destOrd="0" presId="urn:microsoft.com/office/officeart/2008/layout/LinedList"/>
    <dgm:cxn modelId="{5A77A803-A54A-C545-B968-90B4857637C5}" type="presOf" srcId="{8E6C57BD-7BDF-4488-AF31-EB9F726B9F18}" destId="{F7C2C3EF-6A3A-994A-83EC-7D6876AE92C8}" srcOrd="0" destOrd="0" presId="urn:microsoft.com/office/officeart/2008/layout/LinedList"/>
    <dgm:cxn modelId="{C58A9407-07BA-412B-B5ED-AF90B7EA5DB2}" srcId="{3F545BDE-1F5B-4DC9-B408-59EBC970072F}" destId="{E19C6BC3-28BE-48B1-94C0-11B13418BF4D}" srcOrd="3" destOrd="0" parTransId="{FD988B56-5224-486F-8945-96ECB77BD377}" sibTransId="{200573C7-680F-49B2-84B7-5370BA8761F4}"/>
    <dgm:cxn modelId="{BA7CD318-1C5C-BE4D-AE74-6A1074F9494E}" type="presOf" srcId="{E19C6BC3-28BE-48B1-94C0-11B13418BF4D}" destId="{11413A2D-8F1E-474E-AA9B-762EC37A3E4B}" srcOrd="0" destOrd="0" presId="urn:microsoft.com/office/officeart/2008/layout/LinedList"/>
    <dgm:cxn modelId="{7B8D481B-9965-4D77-B2B7-65C2C420DBFA}" srcId="{3F545BDE-1F5B-4DC9-B408-59EBC970072F}" destId="{E1F556D8-B9CC-4A02-A823-4E8360FFCC57}" srcOrd="0" destOrd="0" parTransId="{EE60FC36-BE67-440E-ADB8-A0D35F8219D6}" sibTransId="{9E54D1DF-6DF3-4C98-9BBE-350A0DD21B25}"/>
    <dgm:cxn modelId="{2B95B720-7E96-2040-87A9-ABADD665AAB1}" type="presOf" srcId="{AB547FC9-7D36-423F-9CFC-959D5A469031}" destId="{8AC4F598-BB2A-C444-BA3A-040646BF40F6}" srcOrd="0" destOrd="0" presId="urn:microsoft.com/office/officeart/2008/layout/LinedList"/>
    <dgm:cxn modelId="{D8A7EC4D-22F0-4B55-AC46-915B7C469548}" srcId="{23B014AD-6AF4-4BFC-AC5C-80784E91336F}" destId="{AB547FC9-7D36-423F-9CFC-959D5A469031}" srcOrd="1" destOrd="0" parTransId="{7347B4EA-78DE-43BB-B7E5-0B7CECA80DC5}" sibTransId="{0079573A-B00F-475C-ADA7-51E7C4BD255D}"/>
    <dgm:cxn modelId="{1FFC4354-1A6D-AF4C-B0BA-C2E6CBE0041C}" type="presOf" srcId="{E1F556D8-B9CC-4A02-A823-4E8360FFCC57}" destId="{0DCDC41E-DA0A-A14B-AFAC-ADED276DEDA7}" srcOrd="0" destOrd="0" presId="urn:microsoft.com/office/officeart/2008/layout/LinedList"/>
    <dgm:cxn modelId="{1A354158-2263-4A18-A550-7176CD6E5095}" srcId="{23B014AD-6AF4-4BFC-AC5C-80784E91336F}" destId="{E73F79B2-2352-4946-8993-600948EB2C42}" srcOrd="3" destOrd="0" parTransId="{D90F8283-8BA5-492B-9784-8927B9ADCF35}" sibTransId="{13993786-5D10-4908-B0E0-E5F4217763F4}"/>
    <dgm:cxn modelId="{75968262-E1A1-4D96-A954-7A176FBD11FC}" srcId="{3F545BDE-1F5B-4DC9-B408-59EBC970072F}" destId="{0583EE85-7795-40B8-A182-2A322D866980}" srcOrd="4" destOrd="0" parTransId="{FAF7CF39-6C42-4F68-9F9F-0B42C64D16E8}" sibTransId="{DDD3BF38-3FA1-45A5-8D82-D874717D70DA}"/>
    <dgm:cxn modelId="{32F7D864-7167-4676-BB16-D2232562BAF4}" srcId="{23B014AD-6AF4-4BFC-AC5C-80784E91336F}" destId="{8E6C57BD-7BDF-4488-AF31-EB9F726B9F18}" srcOrd="2" destOrd="0" parTransId="{84AF14DF-4869-4596-B0E9-15783F2598D7}" sibTransId="{89BDCA0D-B830-4BFE-BC57-02B730579256}"/>
    <dgm:cxn modelId="{09A6E36C-8204-1947-AAAD-DE35CE438E5C}" type="presOf" srcId="{E73F79B2-2352-4946-8993-600948EB2C42}" destId="{DB4CDF51-A2AC-584B-8577-77280D6B896C}" srcOrd="0" destOrd="0" presId="urn:microsoft.com/office/officeart/2008/layout/LinedList"/>
    <dgm:cxn modelId="{93280475-4E21-4F93-8560-9DDC4A5D2A88}" srcId="{23B014AD-6AF4-4BFC-AC5C-80784E91336F}" destId="{9DDA0FB1-B962-4B64-867E-7B1DA65E6B2F}" srcOrd="0" destOrd="0" parTransId="{0C002C53-ED07-47D0-9D34-36F9F473FE15}" sibTransId="{87427B7D-7FCB-4839-BBAD-D206B51543D4}"/>
    <dgm:cxn modelId="{304E8675-56A1-EC40-BD2A-44CC68E4B1C2}" type="presOf" srcId="{AD7484B8-C432-424F-BD01-17ED83E8ADA9}" destId="{DF6B2CED-F4F8-D34A-BAEC-9A670F0C40E6}" srcOrd="0" destOrd="0" presId="urn:microsoft.com/office/officeart/2008/layout/LinedList"/>
    <dgm:cxn modelId="{0142D47D-794B-004F-81AA-F6157F84B866}" type="presOf" srcId="{9DDA0FB1-B962-4B64-867E-7B1DA65E6B2F}" destId="{C17A609F-0411-3C47-ACD6-A43E366DFD03}" srcOrd="0" destOrd="0" presId="urn:microsoft.com/office/officeart/2008/layout/LinedList"/>
    <dgm:cxn modelId="{1BEB318C-B8D4-7D49-8B29-115120CC3D3F}" type="presOf" srcId="{3F545BDE-1F5B-4DC9-B408-59EBC970072F}" destId="{BA51F6C3-6849-9B4D-89C6-910A39A0F17B}" srcOrd="0" destOrd="0" presId="urn:microsoft.com/office/officeart/2008/layout/LinedList"/>
    <dgm:cxn modelId="{D83B368C-0405-473E-8EF8-9A0CF14A4A1E}" srcId="{1818743B-1A8C-4D8C-889F-FB6C201028DF}" destId="{23B014AD-6AF4-4BFC-AC5C-80784E91336F}" srcOrd="1" destOrd="0" parTransId="{F07C62BF-C278-4BE9-AF11-4F9E839CD9BE}" sibTransId="{16062421-395A-4ED7-B25B-84C1189997C6}"/>
    <dgm:cxn modelId="{C6F1BF9A-0121-E446-A743-F70829CF3B4A}" type="presOf" srcId="{AC80C853-7B49-4027-B598-B1BF04AAF20F}" destId="{2A72B688-F58E-EE45-A5E9-5D71E9A4808B}" srcOrd="0" destOrd="0" presId="urn:microsoft.com/office/officeart/2008/layout/LinedList"/>
    <dgm:cxn modelId="{DF4D549F-AC89-4A6C-BD17-E962A8D47AFF}" srcId="{3F545BDE-1F5B-4DC9-B408-59EBC970072F}" destId="{AD7484B8-C432-424F-BD01-17ED83E8ADA9}" srcOrd="2" destOrd="0" parTransId="{9A07F562-6E0F-4747-B2EB-C879B195A790}" sibTransId="{EE9AFBBC-88C6-4FE1-BD70-C90B889705E2}"/>
    <dgm:cxn modelId="{229330A8-B5BB-834B-85EC-2F34F017092C}" type="presOf" srcId="{23B014AD-6AF4-4BFC-AC5C-80784E91336F}" destId="{60B7F703-38AD-3449-A237-6F70075C33CF}" srcOrd="0" destOrd="0" presId="urn:microsoft.com/office/officeart/2008/layout/LinedList"/>
    <dgm:cxn modelId="{AAF94CA9-AD3F-49D9-B21F-DB1F7C950B4C}" srcId="{3F545BDE-1F5B-4DC9-B408-59EBC970072F}" destId="{AC80C853-7B49-4027-B598-B1BF04AAF20F}" srcOrd="1" destOrd="0" parTransId="{AA18F24B-53B0-4A23-B5CD-5F84C38305AD}" sibTransId="{BA50EF4F-6DC6-4B39-B4BE-7E9318827B58}"/>
    <dgm:cxn modelId="{84EFD3D3-727E-DD40-A642-D5CCAFB5C305}" type="presOf" srcId="{1818743B-1A8C-4D8C-889F-FB6C201028DF}" destId="{9A4C3E7C-28A2-D94E-AA71-CF373063BDD7}" srcOrd="0" destOrd="0" presId="urn:microsoft.com/office/officeart/2008/layout/LinedList"/>
    <dgm:cxn modelId="{C29955F4-A252-4231-84D6-523CC9CB3AD3}" srcId="{1818743B-1A8C-4D8C-889F-FB6C201028DF}" destId="{3F545BDE-1F5B-4DC9-B408-59EBC970072F}" srcOrd="0" destOrd="0" parTransId="{44DBFA82-E32B-40CC-A613-B42B077D33AB}" sibTransId="{B6FC2B2F-F962-402C-9BF5-DDB00A2AC93A}"/>
    <dgm:cxn modelId="{9215C6EA-8A13-CA4F-8CE1-EA160176B3B8}" type="presParOf" srcId="{9A4C3E7C-28A2-D94E-AA71-CF373063BDD7}" destId="{5F76781F-7578-D947-B840-82289DEFE7E8}" srcOrd="0" destOrd="0" presId="urn:microsoft.com/office/officeart/2008/layout/LinedList"/>
    <dgm:cxn modelId="{664205C4-E8F5-2B42-A2A4-9E9350A42B3E}" type="presParOf" srcId="{9A4C3E7C-28A2-D94E-AA71-CF373063BDD7}" destId="{7EA0ABEF-58D3-4741-8F3F-BC8D1796F113}" srcOrd="1" destOrd="0" presId="urn:microsoft.com/office/officeart/2008/layout/LinedList"/>
    <dgm:cxn modelId="{E652FCE7-C44B-B04D-80D7-67DBA35AB39E}" type="presParOf" srcId="{7EA0ABEF-58D3-4741-8F3F-BC8D1796F113}" destId="{BA51F6C3-6849-9B4D-89C6-910A39A0F17B}" srcOrd="0" destOrd="0" presId="urn:microsoft.com/office/officeart/2008/layout/LinedList"/>
    <dgm:cxn modelId="{8F3F9AC5-08CC-574E-9E75-E891A66E425C}" type="presParOf" srcId="{7EA0ABEF-58D3-4741-8F3F-BC8D1796F113}" destId="{BF55FBBB-E859-BE47-90E1-86F83C152B01}" srcOrd="1" destOrd="0" presId="urn:microsoft.com/office/officeart/2008/layout/LinedList"/>
    <dgm:cxn modelId="{71FF2ABE-7466-4746-AF21-B481C9B0CF2B}" type="presParOf" srcId="{BF55FBBB-E859-BE47-90E1-86F83C152B01}" destId="{CFAEE024-23AD-A848-BA68-36E34F4488FF}" srcOrd="0" destOrd="0" presId="urn:microsoft.com/office/officeart/2008/layout/LinedList"/>
    <dgm:cxn modelId="{78A35E13-F188-DB41-A35F-34E8FE120DAF}" type="presParOf" srcId="{BF55FBBB-E859-BE47-90E1-86F83C152B01}" destId="{5FCB2277-D924-0841-9316-5425C64D7E76}" srcOrd="1" destOrd="0" presId="urn:microsoft.com/office/officeart/2008/layout/LinedList"/>
    <dgm:cxn modelId="{7B3E08FB-29A0-5E44-B93E-C6C49761A4D9}" type="presParOf" srcId="{5FCB2277-D924-0841-9316-5425C64D7E76}" destId="{30E2FAA3-04D7-2840-9942-432CC24093D6}" srcOrd="0" destOrd="0" presId="urn:microsoft.com/office/officeart/2008/layout/LinedList"/>
    <dgm:cxn modelId="{6EB2F4C1-0890-D141-9A41-6F2285E9903A}" type="presParOf" srcId="{5FCB2277-D924-0841-9316-5425C64D7E76}" destId="{0DCDC41E-DA0A-A14B-AFAC-ADED276DEDA7}" srcOrd="1" destOrd="0" presId="urn:microsoft.com/office/officeart/2008/layout/LinedList"/>
    <dgm:cxn modelId="{6CBA4F3A-083B-9D45-AD00-EFD840A83FAF}" type="presParOf" srcId="{5FCB2277-D924-0841-9316-5425C64D7E76}" destId="{3AEF14E3-8CDE-974D-87E0-E88C55F04747}" srcOrd="2" destOrd="0" presId="urn:microsoft.com/office/officeart/2008/layout/LinedList"/>
    <dgm:cxn modelId="{A8FF4D14-7F03-1449-B628-CD42D14FB5D1}" type="presParOf" srcId="{BF55FBBB-E859-BE47-90E1-86F83C152B01}" destId="{B72C5F44-E9C4-0349-9FCB-B89FD54D488E}" srcOrd="2" destOrd="0" presId="urn:microsoft.com/office/officeart/2008/layout/LinedList"/>
    <dgm:cxn modelId="{1502FB64-9C32-ED4C-92FC-403E6F0E02BC}" type="presParOf" srcId="{BF55FBBB-E859-BE47-90E1-86F83C152B01}" destId="{2AD0ADC6-6B3B-EF44-9CE0-CBEDC4681DAD}" srcOrd="3" destOrd="0" presId="urn:microsoft.com/office/officeart/2008/layout/LinedList"/>
    <dgm:cxn modelId="{83AEBE0E-9E8E-0B47-9403-B09FA151928A}" type="presParOf" srcId="{BF55FBBB-E859-BE47-90E1-86F83C152B01}" destId="{94A9FBB6-6FB3-5B47-999E-811961A424B8}" srcOrd="4" destOrd="0" presId="urn:microsoft.com/office/officeart/2008/layout/LinedList"/>
    <dgm:cxn modelId="{37310EC8-6D2F-0C43-AC98-6073E3574966}" type="presParOf" srcId="{94A9FBB6-6FB3-5B47-999E-811961A424B8}" destId="{FF884BBB-0D71-4841-B2EB-05056E5D60D7}" srcOrd="0" destOrd="0" presId="urn:microsoft.com/office/officeart/2008/layout/LinedList"/>
    <dgm:cxn modelId="{CC92EFC0-D2FA-D94C-9855-3D7620F15C4D}" type="presParOf" srcId="{94A9FBB6-6FB3-5B47-999E-811961A424B8}" destId="{2A72B688-F58E-EE45-A5E9-5D71E9A4808B}" srcOrd="1" destOrd="0" presId="urn:microsoft.com/office/officeart/2008/layout/LinedList"/>
    <dgm:cxn modelId="{13642849-FEBF-CF44-AC51-14BC80665F6D}" type="presParOf" srcId="{94A9FBB6-6FB3-5B47-999E-811961A424B8}" destId="{1DA70C3E-C912-5D43-B9F1-F944617D2D77}" srcOrd="2" destOrd="0" presId="urn:microsoft.com/office/officeart/2008/layout/LinedList"/>
    <dgm:cxn modelId="{B75BC18E-8396-A847-A971-49F61D6F7940}" type="presParOf" srcId="{BF55FBBB-E859-BE47-90E1-86F83C152B01}" destId="{1DBE170B-84B3-8249-A34D-74460DC13E37}" srcOrd="5" destOrd="0" presId="urn:microsoft.com/office/officeart/2008/layout/LinedList"/>
    <dgm:cxn modelId="{948285B1-030A-9F4F-8E6C-CF205B8DABB4}" type="presParOf" srcId="{BF55FBBB-E859-BE47-90E1-86F83C152B01}" destId="{EE785A7F-9B7D-A346-BDC3-B518EE06847A}" srcOrd="6" destOrd="0" presId="urn:microsoft.com/office/officeart/2008/layout/LinedList"/>
    <dgm:cxn modelId="{2F164464-120F-4B49-BEBE-27D2F3F09570}" type="presParOf" srcId="{BF55FBBB-E859-BE47-90E1-86F83C152B01}" destId="{98B0587D-93A3-5740-9085-DC2FA542653B}" srcOrd="7" destOrd="0" presId="urn:microsoft.com/office/officeart/2008/layout/LinedList"/>
    <dgm:cxn modelId="{CCBFBCB4-695B-7E4B-A475-F851E3D9FBD5}" type="presParOf" srcId="{98B0587D-93A3-5740-9085-DC2FA542653B}" destId="{BCEA0C86-9970-6842-8A36-7D7FF23FBADA}" srcOrd="0" destOrd="0" presId="urn:microsoft.com/office/officeart/2008/layout/LinedList"/>
    <dgm:cxn modelId="{266B63B8-DE4E-CC49-9C2D-95856B50C386}" type="presParOf" srcId="{98B0587D-93A3-5740-9085-DC2FA542653B}" destId="{DF6B2CED-F4F8-D34A-BAEC-9A670F0C40E6}" srcOrd="1" destOrd="0" presId="urn:microsoft.com/office/officeart/2008/layout/LinedList"/>
    <dgm:cxn modelId="{E6726A35-9F7E-6842-889F-990BD0057410}" type="presParOf" srcId="{98B0587D-93A3-5740-9085-DC2FA542653B}" destId="{D0D3E079-6610-8D4A-94B0-E7219FF4DDB8}" srcOrd="2" destOrd="0" presId="urn:microsoft.com/office/officeart/2008/layout/LinedList"/>
    <dgm:cxn modelId="{2D709258-A176-424B-90BF-B56C374F3FF0}" type="presParOf" srcId="{BF55FBBB-E859-BE47-90E1-86F83C152B01}" destId="{4AE45C88-2959-A247-8C67-AD4FFD7E7189}" srcOrd="8" destOrd="0" presId="urn:microsoft.com/office/officeart/2008/layout/LinedList"/>
    <dgm:cxn modelId="{67A04FCC-4A39-B64E-BDB1-0911FC514607}" type="presParOf" srcId="{BF55FBBB-E859-BE47-90E1-86F83C152B01}" destId="{146EB3D4-AF59-AE4E-B9C5-23C959E7C0DC}" srcOrd="9" destOrd="0" presId="urn:microsoft.com/office/officeart/2008/layout/LinedList"/>
    <dgm:cxn modelId="{A2FD2491-7798-E94E-A73D-FE3D20403027}" type="presParOf" srcId="{BF55FBBB-E859-BE47-90E1-86F83C152B01}" destId="{C5520F79-E41E-FF47-9755-99921D117DBF}" srcOrd="10" destOrd="0" presId="urn:microsoft.com/office/officeart/2008/layout/LinedList"/>
    <dgm:cxn modelId="{99EAEAC1-18A7-8F48-B2B3-278207262F62}" type="presParOf" srcId="{C5520F79-E41E-FF47-9755-99921D117DBF}" destId="{2C4E5BDE-8E19-4A48-81F8-0B6B5E300CDE}" srcOrd="0" destOrd="0" presId="urn:microsoft.com/office/officeart/2008/layout/LinedList"/>
    <dgm:cxn modelId="{DE263989-E2B5-E84A-A4C8-AADE60A753C5}" type="presParOf" srcId="{C5520F79-E41E-FF47-9755-99921D117DBF}" destId="{11413A2D-8F1E-474E-AA9B-762EC37A3E4B}" srcOrd="1" destOrd="0" presId="urn:microsoft.com/office/officeart/2008/layout/LinedList"/>
    <dgm:cxn modelId="{887B0C91-7F87-9A42-BF86-1EE59DE58389}" type="presParOf" srcId="{C5520F79-E41E-FF47-9755-99921D117DBF}" destId="{BB07576C-DFB2-5D42-AF59-B8BE8C622998}" srcOrd="2" destOrd="0" presId="urn:microsoft.com/office/officeart/2008/layout/LinedList"/>
    <dgm:cxn modelId="{6D0F01A4-4544-4649-A12C-86B59912659E}" type="presParOf" srcId="{BF55FBBB-E859-BE47-90E1-86F83C152B01}" destId="{533A6CAD-B407-FE4E-8F5E-61B6C97D9CC9}" srcOrd="11" destOrd="0" presId="urn:microsoft.com/office/officeart/2008/layout/LinedList"/>
    <dgm:cxn modelId="{8755F48A-94AC-0D40-B534-6C3CB1AC2FF1}" type="presParOf" srcId="{BF55FBBB-E859-BE47-90E1-86F83C152B01}" destId="{1AB2D2D2-12F6-F442-87F6-78D16E7E032E}" srcOrd="12" destOrd="0" presId="urn:microsoft.com/office/officeart/2008/layout/LinedList"/>
    <dgm:cxn modelId="{FD534C02-5AFC-874D-A361-A3809C441E73}" type="presParOf" srcId="{BF55FBBB-E859-BE47-90E1-86F83C152B01}" destId="{3BCB8B45-7128-574E-BD04-FEF501E4B4E1}" srcOrd="13" destOrd="0" presId="urn:microsoft.com/office/officeart/2008/layout/LinedList"/>
    <dgm:cxn modelId="{03F3A12D-F3E7-FA46-AB32-4B80A824063A}" type="presParOf" srcId="{3BCB8B45-7128-574E-BD04-FEF501E4B4E1}" destId="{E5188D0C-DB28-BA42-A4BF-9B180B1AF191}" srcOrd="0" destOrd="0" presId="urn:microsoft.com/office/officeart/2008/layout/LinedList"/>
    <dgm:cxn modelId="{1737B072-A3B6-0F4C-82F7-3303B9550F95}" type="presParOf" srcId="{3BCB8B45-7128-574E-BD04-FEF501E4B4E1}" destId="{C92A5AC7-9364-7246-B56C-051F0B42B724}" srcOrd="1" destOrd="0" presId="urn:microsoft.com/office/officeart/2008/layout/LinedList"/>
    <dgm:cxn modelId="{AE547C96-D175-A844-8AC8-28AA653D077E}" type="presParOf" srcId="{3BCB8B45-7128-574E-BD04-FEF501E4B4E1}" destId="{E6B77029-C187-834E-92AA-DD017B0796E8}" srcOrd="2" destOrd="0" presId="urn:microsoft.com/office/officeart/2008/layout/LinedList"/>
    <dgm:cxn modelId="{5C68A051-8497-5E4C-A35D-EB09087FE7AE}" type="presParOf" srcId="{BF55FBBB-E859-BE47-90E1-86F83C152B01}" destId="{FE3C433E-1D1C-314A-934A-5F3520179934}" srcOrd="14" destOrd="0" presId="urn:microsoft.com/office/officeart/2008/layout/LinedList"/>
    <dgm:cxn modelId="{5A5C0BE6-F34F-A14D-8D25-9C368CD1860D}" type="presParOf" srcId="{BF55FBBB-E859-BE47-90E1-86F83C152B01}" destId="{0543CFFD-12BB-094F-8B7B-E257FCD213F2}" srcOrd="15" destOrd="0" presId="urn:microsoft.com/office/officeart/2008/layout/LinedList"/>
    <dgm:cxn modelId="{8E4B74FB-C4D7-FA40-B2CD-3B9F1D4F7E27}" type="presParOf" srcId="{9A4C3E7C-28A2-D94E-AA71-CF373063BDD7}" destId="{5000A45D-79D3-B944-AC9F-44BBDD74E571}" srcOrd="2" destOrd="0" presId="urn:microsoft.com/office/officeart/2008/layout/LinedList"/>
    <dgm:cxn modelId="{EF3B8035-29C5-FA4A-BADB-059D2F9A0007}" type="presParOf" srcId="{9A4C3E7C-28A2-D94E-AA71-CF373063BDD7}" destId="{FCCB0402-8372-FD43-82F7-4BA833A935A8}" srcOrd="3" destOrd="0" presId="urn:microsoft.com/office/officeart/2008/layout/LinedList"/>
    <dgm:cxn modelId="{A60A16A9-A343-A74D-B00A-BD96ADE4E1BD}" type="presParOf" srcId="{FCCB0402-8372-FD43-82F7-4BA833A935A8}" destId="{60B7F703-38AD-3449-A237-6F70075C33CF}" srcOrd="0" destOrd="0" presId="urn:microsoft.com/office/officeart/2008/layout/LinedList"/>
    <dgm:cxn modelId="{68555EB9-8EE6-DB4D-A9AC-E3F4410B62B4}" type="presParOf" srcId="{FCCB0402-8372-FD43-82F7-4BA833A935A8}" destId="{08AA1BC1-DD59-8F43-82A2-D6D673DAF790}" srcOrd="1" destOrd="0" presId="urn:microsoft.com/office/officeart/2008/layout/LinedList"/>
    <dgm:cxn modelId="{FFF1BF1F-FBB1-034E-888D-3606D9924B6E}" type="presParOf" srcId="{08AA1BC1-DD59-8F43-82A2-D6D673DAF790}" destId="{EC14D158-FC66-F94E-ACD0-72A6357B3F06}" srcOrd="0" destOrd="0" presId="urn:microsoft.com/office/officeart/2008/layout/LinedList"/>
    <dgm:cxn modelId="{3B0DD780-D139-A248-A8BD-5E6E38E4C8DE}" type="presParOf" srcId="{08AA1BC1-DD59-8F43-82A2-D6D673DAF790}" destId="{8BA6A752-4A73-6644-A91C-38D8EC830BF0}" srcOrd="1" destOrd="0" presId="urn:microsoft.com/office/officeart/2008/layout/LinedList"/>
    <dgm:cxn modelId="{C2742E07-33C8-F34C-9641-47CF76F12522}" type="presParOf" srcId="{8BA6A752-4A73-6644-A91C-38D8EC830BF0}" destId="{7D418A8A-77FF-CA48-9AA0-5F474FD2E39D}" srcOrd="0" destOrd="0" presId="urn:microsoft.com/office/officeart/2008/layout/LinedList"/>
    <dgm:cxn modelId="{2AC6C48F-275E-3C49-8C3D-20B4DC2FD6E8}" type="presParOf" srcId="{8BA6A752-4A73-6644-A91C-38D8EC830BF0}" destId="{C17A609F-0411-3C47-ACD6-A43E366DFD03}" srcOrd="1" destOrd="0" presId="urn:microsoft.com/office/officeart/2008/layout/LinedList"/>
    <dgm:cxn modelId="{65C011F9-AC2A-7945-9752-709F0B4A64CB}" type="presParOf" srcId="{8BA6A752-4A73-6644-A91C-38D8EC830BF0}" destId="{0EB89CDB-88EE-2F4E-8B39-865B2B839B94}" srcOrd="2" destOrd="0" presId="urn:microsoft.com/office/officeart/2008/layout/LinedList"/>
    <dgm:cxn modelId="{BD814377-B0C2-1B42-8CE9-DC260DD494F9}" type="presParOf" srcId="{08AA1BC1-DD59-8F43-82A2-D6D673DAF790}" destId="{330BD813-E808-2143-A921-625C29A9876D}" srcOrd="2" destOrd="0" presId="urn:microsoft.com/office/officeart/2008/layout/LinedList"/>
    <dgm:cxn modelId="{E8D9E403-3577-A943-A56B-F1F3132A6D60}" type="presParOf" srcId="{08AA1BC1-DD59-8F43-82A2-D6D673DAF790}" destId="{A035D88D-AC20-8741-8236-6B0F8EA36812}" srcOrd="3" destOrd="0" presId="urn:microsoft.com/office/officeart/2008/layout/LinedList"/>
    <dgm:cxn modelId="{2F74301F-BC21-B74B-9D0F-854994467F70}" type="presParOf" srcId="{08AA1BC1-DD59-8F43-82A2-D6D673DAF790}" destId="{940B4E7A-6533-A14F-9A11-1771B2FD49A4}" srcOrd="4" destOrd="0" presId="urn:microsoft.com/office/officeart/2008/layout/LinedList"/>
    <dgm:cxn modelId="{4CBCBF3A-B3FA-8247-9075-EF8E9E8E43D0}" type="presParOf" srcId="{940B4E7A-6533-A14F-9A11-1771B2FD49A4}" destId="{F28A0471-ECC7-2244-82D3-615E5730FB81}" srcOrd="0" destOrd="0" presId="urn:microsoft.com/office/officeart/2008/layout/LinedList"/>
    <dgm:cxn modelId="{6F8BAE1E-B588-0B45-8AAA-600462CCA0A7}" type="presParOf" srcId="{940B4E7A-6533-A14F-9A11-1771B2FD49A4}" destId="{8AC4F598-BB2A-C444-BA3A-040646BF40F6}" srcOrd="1" destOrd="0" presId="urn:microsoft.com/office/officeart/2008/layout/LinedList"/>
    <dgm:cxn modelId="{7F6D52E8-9C91-3940-B4C4-9C12072ED0FF}" type="presParOf" srcId="{940B4E7A-6533-A14F-9A11-1771B2FD49A4}" destId="{72042524-29C6-8540-9D1E-D472026ED000}" srcOrd="2" destOrd="0" presId="urn:microsoft.com/office/officeart/2008/layout/LinedList"/>
    <dgm:cxn modelId="{4D971A97-D28C-4342-841E-2DE17A29E484}" type="presParOf" srcId="{08AA1BC1-DD59-8F43-82A2-D6D673DAF790}" destId="{9C3631F6-1675-CB41-BC68-AF1605F318A0}" srcOrd="5" destOrd="0" presId="urn:microsoft.com/office/officeart/2008/layout/LinedList"/>
    <dgm:cxn modelId="{D59F2FCA-52D1-FA4B-A6AF-4B0A1B38B857}" type="presParOf" srcId="{08AA1BC1-DD59-8F43-82A2-D6D673DAF790}" destId="{2C2B4FE5-C0A5-154A-85BD-4E93E4F45140}" srcOrd="6" destOrd="0" presId="urn:microsoft.com/office/officeart/2008/layout/LinedList"/>
    <dgm:cxn modelId="{E821EDEF-FFA0-F942-85D3-B39E8F489CB9}" type="presParOf" srcId="{08AA1BC1-DD59-8F43-82A2-D6D673DAF790}" destId="{7A51B84E-17E4-B14D-A7CE-954ED8BEA1E0}" srcOrd="7" destOrd="0" presId="urn:microsoft.com/office/officeart/2008/layout/LinedList"/>
    <dgm:cxn modelId="{33152A3A-15C9-BE45-B536-B90A41DD25CA}" type="presParOf" srcId="{7A51B84E-17E4-B14D-A7CE-954ED8BEA1E0}" destId="{0A0C260B-7546-174D-8225-006935AB649F}" srcOrd="0" destOrd="0" presId="urn:microsoft.com/office/officeart/2008/layout/LinedList"/>
    <dgm:cxn modelId="{A133C7E9-CAF2-5241-9590-F8EF61D8E3BE}" type="presParOf" srcId="{7A51B84E-17E4-B14D-A7CE-954ED8BEA1E0}" destId="{F7C2C3EF-6A3A-994A-83EC-7D6876AE92C8}" srcOrd="1" destOrd="0" presId="urn:microsoft.com/office/officeart/2008/layout/LinedList"/>
    <dgm:cxn modelId="{3BA19E67-8FBB-4D47-AB55-F7400C6D9A02}" type="presParOf" srcId="{7A51B84E-17E4-B14D-A7CE-954ED8BEA1E0}" destId="{A6464977-31DD-0144-A12B-54597CAF8451}" srcOrd="2" destOrd="0" presId="urn:microsoft.com/office/officeart/2008/layout/LinedList"/>
    <dgm:cxn modelId="{4041AD0D-0E56-A944-A285-40D1ED8EF5B1}" type="presParOf" srcId="{08AA1BC1-DD59-8F43-82A2-D6D673DAF790}" destId="{999EA527-A9D6-454B-8206-01A70E9C77E8}" srcOrd="8" destOrd="0" presId="urn:microsoft.com/office/officeart/2008/layout/LinedList"/>
    <dgm:cxn modelId="{DF2E7EC8-0B4F-A14C-A2B1-D459734F46C6}" type="presParOf" srcId="{08AA1BC1-DD59-8F43-82A2-D6D673DAF790}" destId="{57C6B775-D585-5548-8250-219FA3D532A0}" srcOrd="9" destOrd="0" presId="urn:microsoft.com/office/officeart/2008/layout/LinedList"/>
    <dgm:cxn modelId="{BE9ECB81-2694-1C42-A740-A45271854181}" type="presParOf" srcId="{08AA1BC1-DD59-8F43-82A2-D6D673DAF790}" destId="{DF06EDD5-95EF-234C-B7D9-533E9184B176}" srcOrd="10" destOrd="0" presId="urn:microsoft.com/office/officeart/2008/layout/LinedList"/>
    <dgm:cxn modelId="{1EDE4F29-57C8-2347-AFCD-BCBDABD039F5}" type="presParOf" srcId="{DF06EDD5-95EF-234C-B7D9-533E9184B176}" destId="{EECAB9C2-2FA5-5B4F-98DA-21D9A6302EB6}" srcOrd="0" destOrd="0" presId="urn:microsoft.com/office/officeart/2008/layout/LinedList"/>
    <dgm:cxn modelId="{E5FDA1E8-A317-A040-AB64-59F901CCB13F}" type="presParOf" srcId="{DF06EDD5-95EF-234C-B7D9-533E9184B176}" destId="{DB4CDF51-A2AC-584B-8577-77280D6B896C}" srcOrd="1" destOrd="0" presId="urn:microsoft.com/office/officeart/2008/layout/LinedList"/>
    <dgm:cxn modelId="{BC585B78-FF8D-8E42-B341-6E5797FA2315}" type="presParOf" srcId="{DF06EDD5-95EF-234C-B7D9-533E9184B176}" destId="{72187914-852F-D04B-BDC1-E57218AC33ED}" srcOrd="2" destOrd="0" presId="urn:microsoft.com/office/officeart/2008/layout/LinedList"/>
    <dgm:cxn modelId="{98FA6AF5-4359-A047-9436-F613BE553B54}" type="presParOf" srcId="{08AA1BC1-DD59-8F43-82A2-D6D673DAF790}" destId="{67D136B0-AB2E-F049-A3FB-CD873CDE2DD0}" srcOrd="11" destOrd="0" presId="urn:microsoft.com/office/officeart/2008/layout/LinedList"/>
    <dgm:cxn modelId="{E12A0A22-0499-A447-8BCD-FE91B3D6D7E3}" type="presParOf" srcId="{08AA1BC1-DD59-8F43-82A2-D6D673DAF790}" destId="{C8766883-43FF-0F43-8C0A-C6864A03777B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63E176-271B-4A89-AEE0-C6BEC293065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3ABDB8-6DDB-47ED-B5FB-4CF4606F3ECB}">
      <dgm:prSet/>
      <dgm:spPr/>
      <dgm:t>
        <a:bodyPr/>
        <a:lstStyle/>
        <a:p>
          <a:r>
            <a:rPr lang="en-US" b="1"/>
            <a:t>AWS Services:</a:t>
          </a:r>
          <a:endParaRPr lang="en-US"/>
        </a:p>
      </dgm:t>
    </dgm:pt>
    <dgm:pt modelId="{9F33174B-4606-4367-8E37-E9F3ABB5A6DB}" type="parTrans" cxnId="{3516EB02-2B63-4D7A-B9DD-6ABFEA5FFE4C}">
      <dgm:prSet/>
      <dgm:spPr/>
      <dgm:t>
        <a:bodyPr/>
        <a:lstStyle/>
        <a:p>
          <a:endParaRPr lang="en-US"/>
        </a:p>
      </dgm:t>
    </dgm:pt>
    <dgm:pt modelId="{95306665-A9A2-409B-8024-9406073F2E08}" type="sibTrans" cxnId="{3516EB02-2B63-4D7A-B9DD-6ABFEA5FFE4C}">
      <dgm:prSet/>
      <dgm:spPr/>
      <dgm:t>
        <a:bodyPr/>
        <a:lstStyle/>
        <a:p>
          <a:endParaRPr lang="en-US"/>
        </a:p>
      </dgm:t>
    </dgm:pt>
    <dgm:pt modelId="{B97D9D61-8BA1-40D1-95C9-84098A672612}">
      <dgm:prSet/>
      <dgm:spPr/>
      <dgm:t>
        <a:bodyPr/>
        <a:lstStyle/>
        <a:p>
          <a:r>
            <a:rPr lang="en-US" b="1"/>
            <a:t>S3</a:t>
          </a:r>
          <a:r>
            <a:rPr lang="en-US"/>
            <a:t> - Scalable object storage for data lake</a:t>
          </a:r>
        </a:p>
      </dgm:t>
    </dgm:pt>
    <dgm:pt modelId="{EEC188AB-2A53-4D91-BA0D-2B2B7408D05B}" type="parTrans" cxnId="{CB240837-14D4-4B0F-B9DD-E772D568E3FB}">
      <dgm:prSet/>
      <dgm:spPr/>
      <dgm:t>
        <a:bodyPr/>
        <a:lstStyle/>
        <a:p>
          <a:endParaRPr lang="en-US"/>
        </a:p>
      </dgm:t>
    </dgm:pt>
    <dgm:pt modelId="{B1402F49-58EC-442E-90A1-39A84180707E}" type="sibTrans" cxnId="{CB240837-14D4-4B0F-B9DD-E772D568E3FB}">
      <dgm:prSet/>
      <dgm:spPr/>
      <dgm:t>
        <a:bodyPr/>
        <a:lstStyle/>
        <a:p>
          <a:endParaRPr lang="en-US"/>
        </a:p>
      </dgm:t>
    </dgm:pt>
    <dgm:pt modelId="{C6ECE8F0-55D5-43F1-B701-9817B876588A}">
      <dgm:prSet/>
      <dgm:spPr/>
      <dgm:t>
        <a:bodyPr/>
        <a:lstStyle/>
        <a:p>
          <a:r>
            <a:rPr lang="en-US" b="1"/>
            <a:t>Glue</a:t>
          </a:r>
          <a:r>
            <a:rPr lang="en-US"/>
            <a:t> - Serverless ETL and data catalog</a:t>
          </a:r>
        </a:p>
      </dgm:t>
    </dgm:pt>
    <dgm:pt modelId="{11A42224-9E66-40FF-9A27-126D3CFB8C58}" type="parTrans" cxnId="{F2142967-5139-49E4-8367-7D950A76B4C1}">
      <dgm:prSet/>
      <dgm:spPr/>
      <dgm:t>
        <a:bodyPr/>
        <a:lstStyle/>
        <a:p>
          <a:endParaRPr lang="en-US"/>
        </a:p>
      </dgm:t>
    </dgm:pt>
    <dgm:pt modelId="{D780F108-5D29-4888-9082-B2EB12A7C59D}" type="sibTrans" cxnId="{F2142967-5139-49E4-8367-7D950A76B4C1}">
      <dgm:prSet/>
      <dgm:spPr/>
      <dgm:t>
        <a:bodyPr/>
        <a:lstStyle/>
        <a:p>
          <a:endParaRPr lang="en-US"/>
        </a:p>
      </dgm:t>
    </dgm:pt>
    <dgm:pt modelId="{B747A0A4-5951-4195-B012-9D1D4AA22E74}">
      <dgm:prSet/>
      <dgm:spPr/>
      <dgm:t>
        <a:bodyPr/>
        <a:lstStyle/>
        <a:p>
          <a:r>
            <a:rPr lang="en-US" b="1"/>
            <a:t>Athena</a:t>
          </a:r>
          <a:r>
            <a:rPr lang="en-US"/>
            <a:t> - Serverless SQL query engine</a:t>
          </a:r>
        </a:p>
      </dgm:t>
    </dgm:pt>
    <dgm:pt modelId="{DC92D86E-74E3-4D08-8F41-FA54F01B30ED}" type="parTrans" cxnId="{BDB659C2-65B6-4D62-AF11-C405FA6EDDAB}">
      <dgm:prSet/>
      <dgm:spPr/>
      <dgm:t>
        <a:bodyPr/>
        <a:lstStyle/>
        <a:p>
          <a:endParaRPr lang="en-US"/>
        </a:p>
      </dgm:t>
    </dgm:pt>
    <dgm:pt modelId="{DA7E03CA-BBBB-483E-893A-654B6E8F4C13}" type="sibTrans" cxnId="{BDB659C2-65B6-4D62-AF11-C405FA6EDDAB}">
      <dgm:prSet/>
      <dgm:spPr/>
      <dgm:t>
        <a:bodyPr/>
        <a:lstStyle/>
        <a:p>
          <a:endParaRPr lang="en-US"/>
        </a:p>
      </dgm:t>
    </dgm:pt>
    <dgm:pt modelId="{37F076A5-8038-4687-BB9C-C29F848D035E}">
      <dgm:prSet/>
      <dgm:spPr/>
      <dgm:t>
        <a:bodyPr/>
        <a:lstStyle/>
        <a:p>
          <a:r>
            <a:rPr lang="en-US" b="1"/>
            <a:t>QuickSight</a:t>
          </a:r>
          <a:r>
            <a:rPr lang="en-US"/>
            <a:t> - Business intelligence dashboards</a:t>
          </a:r>
        </a:p>
      </dgm:t>
    </dgm:pt>
    <dgm:pt modelId="{8D0CBEFD-3238-4F1F-8CBB-F5F20F8AB489}" type="parTrans" cxnId="{440D5328-A5D7-424A-B24A-417125A38D1D}">
      <dgm:prSet/>
      <dgm:spPr/>
      <dgm:t>
        <a:bodyPr/>
        <a:lstStyle/>
        <a:p>
          <a:endParaRPr lang="en-US"/>
        </a:p>
      </dgm:t>
    </dgm:pt>
    <dgm:pt modelId="{871B547C-74E5-483C-81D4-766705CC1512}" type="sibTrans" cxnId="{440D5328-A5D7-424A-B24A-417125A38D1D}">
      <dgm:prSet/>
      <dgm:spPr/>
      <dgm:t>
        <a:bodyPr/>
        <a:lstStyle/>
        <a:p>
          <a:endParaRPr lang="en-US"/>
        </a:p>
      </dgm:t>
    </dgm:pt>
    <dgm:pt modelId="{4658E2A0-4346-4A91-B67C-1D5865D94AF3}">
      <dgm:prSet/>
      <dgm:spPr/>
      <dgm:t>
        <a:bodyPr/>
        <a:lstStyle/>
        <a:p>
          <a:r>
            <a:rPr lang="en-US" b="1"/>
            <a:t>Data Processing:</a:t>
          </a:r>
          <a:endParaRPr lang="en-US"/>
        </a:p>
      </dgm:t>
    </dgm:pt>
    <dgm:pt modelId="{047BF955-A67D-4B3D-B2A9-48FFD2833FD6}" type="parTrans" cxnId="{AE58CB32-4651-4A90-99ED-24EFFB3FCEBC}">
      <dgm:prSet/>
      <dgm:spPr/>
      <dgm:t>
        <a:bodyPr/>
        <a:lstStyle/>
        <a:p>
          <a:endParaRPr lang="en-US"/>
        </a:p>
      </dgm:t>
    </dgm:pt>
    <dgm:pt modelId="{99330528-649A-480C-BD2B-690629B9D6DB}" type="sibTrans" cxnId="{AE58CB32-4651-4A90-99ED-24EFFB3FCEBC}">
      <dgm:prSet/>
      <dgm:spPr/>
      <dgm:t>
        <a:bodyPr/>
        <a:lstStyle/>
        <a:p>
          <a:endParaRPr lang="en-US"/>
        </a:p>
      </dgm:t>
    </dgm:pt>
    <dgm:pt modelId="{5492BD88-6434-4259-BEE1-3D1A3E067FED}">
      <dgm:prSet/>
      <dgm:spPr/>
      <dgm:t>
        <a:bodyPr/>
        <a:lstStyle/>
        <a:p>
          <a:r>
            <a:rPr lang="en-US" b="1"/>
            <a:t>Apache Spark</a:t>
          </a:r>
          <a:r>
            <a:rPr lang="en-US"/>
            <a:t> (via Glue) - Distributed data processing</a:t>
          </a:r>
        </a:p>
      </dgm:t>
    </dgm:pt>
    <dgm:pt modelId="{74F2B920-6649-48A7-828E-85BE5ABCCF50}" type="parTrans" cxnId="{C993789B-3C1B-4E2C-AECB-C8A9BFCC3E78}">
      <dgm:prSet/>
      <dgm:spPr/>
      <dgm:t>
        <a:bodyPr/>
        <a:lstStyle/>
        <a:p>
          <a:endParaRPr lang="en-US"/>
        </a:p>
      </dgm:t>
    </dgm:pt>
    <dgm:pt modelId="{2663BE69-1B4A-4A2C-8F9C-9D23642DC032}" type="sibTrans" cxnId="{C993789B-3C1B-4E2C-AECB-C8A9BFCC3E78}">
      <dgm:prSet/>
      <dgm:spPr/>
      <dgm:t>
        <a:bodyPr/>
        <a:lstStyle/>
        <a:p>
          <a:endParaRPr lang="en-US"/>
        </a:p>
      </dgm:t>
    </dgm:pt>
    <dgm:pt modelId="{6014DB4C-513D-4A67-8FF4-8288E7A34E4D}">
      <dgm:prSet/>
      <dgm:spPr/>
      <dgm:t>
        <a:bodyPr/>
        <a:lstStyle/>
        <a:p>
          <a:r>
            <a:rPr lang="en-US" b="1"/>
            <a:t>Parquet</a:t>
          </a:r>
          <a:r>
            <a:rPr lang="en-US"/>
            <a:t> - Columnar storage format (75% compression)</a:t>
          </a:r>
        </a:p>
      </dgm:t>
    </dgm:pt>
    <dgm:pt modelId="{1A9AC9EA-DEE1-4B94-A422-2D60F25D409D}" type="parTrans" cxnId="{0C2CDFD8-A5E3-4F77-9064-A92230E5164F}">
      <dgm:prSet/>
      <dgm:spPr/>
      <dgm:t>
        <a:bodyPr/>
        <a:lstStyle/>
        <a:p>
          <a:endParaRPr lang="en-US"/>
        </a:p>
      </dgm:t>
    </dgm:pt>
    <dgm:pt modelId="{2684C23D-EC0F-4EEE-805F-7089CF57F42E}" type="sibTrans" cxnId="{0C2CDFD8-A5E3-4F77-9064-A92230E5164F}">
      <dgm:prSet/>
      <dgm:spPr/>
      <dgm:t>
        <a:bodyPr/>
        <a:lstStyle/>
        <a:p>
          <a:endParaRPr lang="en-US"/>
        </a:p>
      </dgm:t>
    </dgm:pt>
    <dgm:pt modelId="{C9DAC15A-811F-41E9-A5B6-5D2FFC2317FA}">
      <dgm:prSet/>
      <dgm:spPr/>
      <dgm:t>
        <a:bodyPr/>
        <a:lstStyle/>
        <a:p>
          <a:r>
            <a:rPr lang="en-US" b="1"/>
            <a:t>Python 3</a:t>
          </a:r>
          <a:r>
            <a:rPr lang="en-US"/>
            <a:t> - ETL scripts</a:t>
          </a:r>
        </a:p>
      </dgm:t>
    </dgm:pt>
    <dgm:pt modelId="{27FD3D1F-D0CC-4197-B061-2D474F784ED8}" type="parTrans" cxnId="{333D64E0-B3AA-4E1A-BA73-0971C9840848}">
      <dgm:prSet/>
      <dgm:spPr/>
      <dgm:t>
        <a:bodyPr/>
        <a:lstStyle/>
        <a:p>
          <a:endParaRPr lang="en-US"/>
        </a:p>
      </dgm:t>
    </dgm:pt>
    <dgm:pt modelId="{2F2BC7B6-C390-426F-86E1-46491B166F33}" type="sibTrans" cxnId="{333D64E0-B3AA-4E1A-BA73-0971C9840848}">
      <dgm:prSet/>
      <dgm:spPr/>
      <dgm:t>
        <a:bodyPr/>
        <a:lstStyle/>
        <a:p>
          <a:endParaRPr lang="en-US"/>
        </a:p>
      </dgm:t>
    </dgm:pt>
    <dgm:pt modelId="{5410E63A-BD12-464D-9809-0472CA7F882F}" type="pres">
      <dgm:prSet presAssocID="{DD63E176-271B-4A89-AEE0-C6BEC293065D}" presName="Name0" presStyleCnt="0">
        <dgm:presLayoutVars>
          <dgm:dir/>
          <dgm:resizeHandles val="exact"/>
        </dgm:presLayoutVars>
      </dgm:prSet>
      <dgm:spPr/>
    </dgm:pt>
    <dgm:pt modelId="{8E364C9B-716A-FE42-820D-3A86C8D30EC4}" type="pres">
      <dgm:prSet presAssocID="{9C3ABDB8-6DDB-47ED-B5FB-4CF4606F3ECB}" presName="node" presStyleLbl="node1" presStyleIdx="0" presStyleCnt="9">
        <dgm:presLayoutVars>
          <dgm:bulletEnabled val="1"/>
        </dgm:presLayoutVars>
      </dgm:prSet>
      <dgm:spPr/>
    </dgm:pt>
    <dgm:pt modelId="{B963C201-5FA0-E640-BA71-C8CEA7978FA4}" type="pres">
      <dgm:prSet presAssocID="{95306665-A9A2-409B-8024-9406073F2E08}" presName="sibTrans" presStyleLbl="sibTrans1D1" presStyleIdx="0" presStyleCnt="8"/>
      <dgm:spPr/>
    </dgm:pt>
    <dgm:pt modelId="{BFD064D2-2BBE-E74F-BE17-F17D5FF40F08}" type="pres">
      <dgm:prSet presAssocID="{95306665-A9A2-409B-8024-9406073F2E08}" presName="connectorText" presStyleLbl="sibTrans1D1" presStyleIdx="0" presStyleCnt="8"/>
      <dgm:spPr/>
    </dgm:pt>
    <dgm:pt modelId="{0053C448-996D-164B-9FE1-B16B4281DE03}" type="pres">
      <dgm:prSet presAssocID="{B97D9D61-8BA1-40D1-95C9-84098A672612}" presName="node" presStyleLbl="node1" presStyleIdx="1" presStyleCnt="9">
        <dgm:presLayoutVars>
          <dgm:bulletEnabled val="1"/>
        </dgm:presLayoutVars>
      </dgm:prSet>
      <dgm:spPr/>
    </dgm:pt>
    <dgm:pt modelId="{03871CCF-D923-314D-84A5-1B7DF8123782}" type="pres">
      <dgm:prSet presAssocID="{B1402F49-58EC-442E-90A1-39A84180707E}" presName="sibTrans" presStyleLbl="sibTrans1D1" presStyleIdx="1" presStyleCnt="8"/>
      <dgm:spPr/>
    </dgm:pt>
    <dgm:pt modelId="{36976A03-B155-9140-822B-E7396F7323C1}" type="pres">
      <dgm:prSet presAssocID="{B1402F49-58EC-442E-90A1-39A84180707E}" presName="connectorText" presStyleLbl="sibTrans1D1" presStyleIdx="1" presStyleCnt="8"/>
      <dgm:spPr/>
    </dgm:pt>
    <dgm:pt modelId="{C5ED3BB3-61FC-0F47-A162-034F42A1B368}" type="pres">
      <dgm:prSet presAssocID="{C6ECE8F0-55D5-43F1-B701-9817B876588A}" presName="node" presStyleLbl="node1" presStyleIdx="2" presStyleCnt="9">
        <dgm:presLayoutVars>
          <dgm:bulletEnabled val="1"/>
        </dgm:presLayoutVars>
      </dgm:prSet>
      <dgm:spPr/>
    </dgm:pt>
    <dgm:pt modelId="{600A198A-DEA0-764F-9036-D5B1ABD50366}" type="pres">
      <dgm:prSet presAssocID="{D780F108-5D29-4888-9082-B2EB12A7C59D}" presName="sibTrans" presStyleLbl="sibTrans1D1" presStyleIdx="2" presStyleCnt="8"/>
      <dgm:spPr/>
    </dgm:pt>
    <dgm:pt modelId="{C326F949-5434-0849-A751-05CAD08ED46F}" type="pres">
      <dgm:prSet presAssocID="{D780F108-5D29-4888-9082-B2EB12A7C59D}" presName="connectorText" presStyleLbl="sibTrans1D1" presStyleIdx="2" presStyleCnt="8"/>
      <dgm:spPr/>
    </dgm:pt>
    <dgm:pt modelId="{02379DBC-E0D6-A54E-A157-B7D7AE8066FD}" type="pres">
      <dgm:prSet presAssocID="{B747A0A4-5951-4195-B012-9D1D4AA22E74}" presName="node" presStyleLbl="node1" presStyleIdx="3" presStyleCnt="9">
        <dgm:presLayoutVars>
          <dgm:bulletEnabled val="1"/>
        </dgm:presLayoutVars>
      </dgm:prSet>
      <dgm:spPr/>
    </dgm:pt>
    <dgm:pt modelId="{81CAC18B-1CAC-5441-8D95-AF7EF73E4052}" type="pres">
      <dgm:prSet presAssocID="{DA7E03CA-BBBB-483E-893A-654B6E8F4C13}" presName="sibTrans" presStyleLbl="sibTrans1D1" presStyleIdx="3" presStyleCnt="8"/>
      <dgm:spPr/>
    </dgm:pt>
    <dgm:pt modelId="{AEB2B79A-C758-7349-B474-73B583575910}" type="pres">
      <dgm:prSet presAssocID="{DA7E03CA-BBBB-483E-893A-654B6E8F4C13}" presName="connectorText" presStyleLbl="sibTrans1D1" presStyleIdx="3" presStyleCnt="8"/>
      <dgm:spPr/>
    </dgm:pt>
    <dgm:pt modelId="{CD6DD5AD-86E8-F949-AA19-C683EFDC81B8}" type="pres">
      <dgm:prSet presAssocID="{37F076A5-8038-4687-BB9C-C29F848D035E}" presName="node" presStyleLbl="node1" presStyleIdx="4" presStyleCnt="9">
        <dgm:presLayoutVars>
          <dgm:bulletEnabled val="1"/>
        </dgm:presLayoutVars>
      </dgm:prSet>
      <dgm:spPr/>
    </dgm:pt>
    <dgm:pt modelId="{D2CEF2D6-3779-5549-85C7-AA30E72C7119}" type="pres">
      <dgm:prSet presAssocID="{871B547C-74E5-483C-81D4-766705CC1512}" presName="sibTrans" presStyleLbl="sibTrans1D1" presStyleIdx="4" presStyleCnt="8"/>
      <dgm:spPr/>
    </dgm:pt>
    <dgm:pt modelId="{33398F91-8A27-1340-BD1D-9CACA5BC1AC5}" type="pres">
      <dgm:prSet presAssocID="{871B547C-74E5-483C-81D4-766705CC1512}" presName="connectorText" presStyleLbl="sibTrans1D1" presStyleIdx="4" presStyleCnt="8"/>
      <dgm:spPr/>
    </dgm:pt>
    <dgm:pt modelId="{6CD22F48-9574-DC40-BFF4-A844130FA942}" type="pres">
      <dgm:prSet presAssocID="{4658E2A0-4346-4A91-B67C-1D5865D94AF3}" presName="node" presStyleLbl="node1" presStyleIdx="5" presStyleCnt="9">
        <dgm:presLayoutVars>
          <dgm:bulletEnabled val="1"/>
        </dgm:presLayoutVars>
      </dgm:prSet>
      <dgm:spPr/>
    </dgm:pt>
    <dgm:pt modelId="{9F7899A5-BD63-6D43-8E0B-84775DBBB10C}" type="pres">
      <dgm:prSet presAssocID="{99330528-649A-480C-BD2B-690629B9D6DB}" presName="sibTrans" presStyleLbl="sibTrans1D1" presStyleIdx="5" presStyleCnt="8"/>
      <dgm:spPr/>
    </dgm:pt>
    <dgm:pt modelId="{0D7C86E4-E3FF-9945-A111-574855E38C0E}" type="pres">
      <dgm:prSet presAssocID="{99330528-649A-480C-BD2B-690629B9D6DB}" presName="connectorText" presStyleLbl="sibTrans1D1" presStyleIdx="5" presStyleCnt="8"/>
      <dgm:spPr/>
    </dgm:pt>
    <dgm:pt modelId="{E6636D15-CBCA-244E-B6DF-696390E78F30}" type="pres">
      <dgm:prSet presAssocID="{5492BD88-6434-4259-BEE1-3D1A3E067FED}" presName="node" presStyleLbl="node1" presStyleIdx="6" presStyleCnt="9">
        <dgm:presLayoutVars>
          <dgm:bulletEnabled val="1"/>
        </dgm:presLayoutVars>
      </dgm:prSet>
      <dgm:spPr/>
    </dgm:pt>
    <dgm:pt modelId="{F8F53EE4-C3C4-B04B-A47F-2D5BF04960A3}" type="pres">
      <dgm:prSet presAssocID="{2663BE69-1B4A-4A2C-8F9C-9D23642DC032}" presName="sibTrans" presStyleLbl="sibTrans1D1" presStyleIdx="6" presStyleCnt="8"/>
      <dgm:spPr/>
    </dgm:pt>
    <dgm:pt modelId="{132491EE-8163-6B4C-A1C8-42B985C16EC1}" type="pres">
      <dgm:prSet presAssocID="{2663BE69-1B4A-4A2C-8F9C-9D23642DC032}" presName="connectorText" presStyleLbl="sibTrans1D1" presStyleIdx="6" presStyleCnt="8"/>
      <dgm:spPr/>
    </dgm:pt>
    <dgm:pt modelId="{F7C72A39-1A38-7944-B03A-9505BB1BD4F2}" type="pres">
      <dgm:prSet presAssocID="{6014DB4C-513D-4A67-8FF4-8288E7A34E4D}" presName="node" presStyleLbl="node1" presStyleIdx="7" presStyleCnt="9">
        <dgm:presLayoutVars>
          <dgm:bulletEnabled val="1"/>
        </dgm:presLayoutVars>
      </dgm:prSet>
      <dgm:spPr/>
    </dgm:pt>
    <dgm:pt modelId="{74F6FA05-351D-2949-95EF-B70CA52813E5}" type="pres">
      <dgm:prSet presAssocID="{2684C23D-EC0F-4EEE-805F-7089CF57F42E}" presName="sibTrans" presStyleLbl="sibTrans1D1" presStyleIdx="7" presStyleCnt="8"/>
      <dgm:spPr/>
    </dgm:pt>
    <dgm:pt modelId="{41FA767F-24D3-134C-A306-FCFA9B886C53}" type="pres">
      <dgm:prSet presAssocID="{2684C23D-EC0F-4EEE-805F-7089CF57F42E}" presName="connectorText" presStyleLbl="sibTrans1D1" presStyleIdx="7" presStyleCnt="8"/>
      <dgm:spPr/>
    </dgm:pt>
    <dgm:pt modelId="{FA88E179-4307-6A47-A850-D34EB29F14B9}" type="pres">
      <dgm:prSet presAssocID="{C9DAC15A-811F-41E9-A5B6-5D2FFC2317FA}" presName="node" presStyleLbl="node1" presStyleIdx="8" presStyleCnt="9">
        <dgm:presLayoutVars>
          <dgm:bulletEnabled val="1"/>
        </dgm:presLayoutVars>
      </dgm:prSet>
      <dgm:spPr/>
    </dgm:pt>
  </dgm:ptLst>
  <dgm:cxnLst>
    <dgm:cxn modelId="{3516EB02-2B63-4D7A-B9DD-6ABFEA5FFE4C}" srcId="{DD63E176-271B-4A89-AEE0-C6BEC293065D}" destId="{9C3ABDB8-6DDB-47ED-B5FB-4CF4606F3ECB}" srcOrd="0" destOrd="0" parTransId="{9F33174B-4606-4367-8E37-E9F3ABB5A6DB}" sibTransId="{95306665-A9A2-409B-8024-9406073F2E08}"/>
    <dgm:cxn modelId="{DD2BC021-8A54-134E-BDF7-CCA8E2C4AFEA}" type="presOf" srcId="{B1402F49-58EC-442E-90A1-39A84180707E}" destId="{03871CCF-D923-314D-84A5-1B7DF8123782}" srcOrd="0" destOrd="0" presId="urn:microsoft.com/office/officeart/2016/7/layout/RepeatingBendingProcessNew"/>
    <dgm:cxn modelId="{440D5328-A5D7-424A-B24A-417125A38D1D}" srcId="{DD63E176-271B-4A89-AEE0-C6BEC293065D}" destId="{37F076A5-8038-4687-BB9C-C29F848D035E}" srcOrd="4" destOrd="0" parTransId="{8D0CBEFD-3238-4F1F-8CBB-F5F20F8AB489}" sibTransId="{871B547C-74E5-483C-81D4-766705CC1512}"/>
    <dgm:cxn modelId="{8E953F2D-6332-9C41-AB0B-70AF4CCA6865}" type="presOf" srcId="{2663BE69-1B4A-4A2C-8F9C-9D23642DC032}" destId="{132491EE-8163-6B4C-A1C8-42B985C16EC1}" srcOrd="1" destOrd="0" presId="urn:microsoft.com/office/officeart/2016/7/layout/RepeatingBendingProcessNew"/>
    <dgm:cxn modelId="{AE58CB32-4651-4A90-99ED-24EFFB3FCEBC}" srcId="{DD63E176-271B-4A89-AEE0-C6BEC293065D}" destId="{4658E2A0-4346-4A91-B67C-1D5865D94AF3}" srcOrd="5" destOrd="0" parTransId="{047BF955-A67D-4B3D-B2A9-48FFD2833FD6}" sibTransId="{99330528-649A-480C-BD2B-690629B9D6DB}"/>
    <dgm:cxn modelId="{85F1B134-6853-144D-8DF9-6D893448E17E}" type="presOf" srcId="{99330528-649A-480C-BD2B-690629B9D6DB}" destId="{9F7899A5-BD63-6D43-8E0B-84775DBBB10C}" srcOrd="0" destOrd="0" presId="urn:microsoft.com/office/officeart/2016/7/layout/RepeatingBendingProcessNew"/>
    <dgm:cxn modelId="{CB240837-14D4-4B0F-B9DD-E772D568E3FB}" srcId="{DD63E176-271B-4A89-AEE0-C6BEC293065D}" destId="{B97D9D61-8BA1-40D1-95C9-84098A672612}" srcOrd="1" destOrd="0" parTransId="{EEC188AB-2A53-4D91-BA0D-2B2B7408D05B}" sibTransId="{B1402F49-58EC-442E-90A1-39A84180707E}"/>
    <dgm:cxn modelId="{6AD3CF38-DB34-E942-AE24-C421D2174211}" type="presOf" srcId="{2684C23D-EC0F-4EEE-805F-7089CF57F42E}" destId="{74F6FA05-351D-2949-95EF-B70CA52813E5}" srcOrd="0" destOrd="0" presId="urn:microsoft.com/office/officeart/2016/7/layout/RepeatingBendingProcessNew"/>
    <dgm:cxn modelId="{8956B93C-D922-9C44-B1AF-18D9FA8C0C3F}" type="presOf" srcId="{2684C23D-EC0F-4EEE-805F-7089CF57F42E}" destId="{41FA767F-24D3-134C-A306-FCFA9B886C53}" srcOrd="1" destOrd="0" presId="urn:microsoft.com/office/officeart/2016/7/layout/RepeatingBendingProcessNew"/>
    <dgm:cxn modelId="{1C80743D-DB98-0E4F-9666-5A41E334B2D1}" type="presOf" srcId="{99330528-649A-480C-BD2B-690629B9D6DB}" destId="{0D7C86E4-E3FF-9945-A111-574855E38C0E}" srcOrd="1" destOrd="0" presId="urn:microsoft.com/office/officeart/2016/7/layout/RepeatingBendingProcessNew"/>
    <dgm:cxn modelId="{67889C4C-7D5D-414D-B1C7-DE19EA4997FB}" type="presOf" srcId="{DD63E176-271B-4A89-AEE0-C6BEC293065D}" destId="{5410E63A-BD12-464D-9809-0472CA7F882F}" srcOrd="0" destOrd="0" presId="urn:microsoft.com/office/officeart/2016/7/layout/RepeatingBendingProcessNew"/>
    <dgm:cxn modelId="{692FF84C-F927-9344-8CAB-EDD58EEB372A}" type="presOf" srcId="{95306665-A9A2-409B-8024-9406073F2E08}" destId="{BFD064D2-2BBE-E74F-BE17-F17D5FF40F08}" srcOrd="1" destOrd="0" presId="urn:microsoft.com/office/officeart/2016/7/layout/RepeatingBendingProcessNew"/>
    <dgm:cxn modelId="{F2142967-5139-49E4-8367-7D950A76B4C1}" srcId="{DD63E176-271B-4A89-AEE0-C6BEC293065D}" destId="{C6ECE8F0-55D5-43F1-B701-9817B876588A}" srcOrd="2" destOrd="0" parTransId="{11A42224-9E66-40FF-9A27-126D3CFB8C58}" sibTransId="{D780F108-5D29-4888-9082-B2EB12A7C59D}"/>
    <dgm:cxn modelId="{EEBE5C6A-BF3E-C74E-ABC0-C82AE3AEE224}" type="presOf" srcId="{4658E2A0-4346-4A91-B67C-1D5865D94AF3}" destId="{6CD22F48-9574-DC40-BFF4-A844130FA942}" srcOrd="0" destOrd="0" presId="urn:microsoft.com/office/officeart/2016/7/layout/RepeatingBendingProcessNew"/>
    <dgm:cxn modelId="{53BBAB6E-5AFA-624B-9FBC-56CCB6804C81}" type="presOf" srcId="{DA7E03CA-BBBB-483E-893A-654B6E8F4C13}" destId="{AEB2B79A-C758-7349-B474-73B583575910}" srcOrd="1" destOrd="0" presId="urn:microsoft.com/office/officeart/2016/7/layout/RepeatingBendingProcessNew"/>
    <dgm:cxn modelId="{C993789B-3C1B-4E2C-AECB-C8A9BFCC3E78}" srcId="{DD63E176-271B-4A89-AEE0-C6BEC293065D}" destId="{5492BD88-6434-4259-BEE1-3D1A3E067FED}" srcOrd="6" destOrd="0" parTransId="{74F2B920-6649-48A7-828E-85BE5ABCCF50}" sibTransId="{2663BE69-1B4A-4A2C-8F9C-9D23642DC032}"/>
    <dgm:cxn modelId="{9E0159A0-017E-5B44-8D00-84CAD6CA684D}" type="presOf" srcId="{DA7E03CA-BBBB-483E-893A-654B6E8F4C13}" destId="{81CAC18B-1CAC-5441-8D95-AF7EF73E4052}" srcOrd="0" destOrd="0" presId="urn:microsoft.com/office/officeart/2016/7/layout/RepeatingBendingProcessNew"/>
    <dgm:cxn modelId="{6CC0DCA5-6061-8945-A908-6DF7C7D13469}" type="presOf" srcId="{871B547C-74E5-483C-81D4-766705CC1512}" destId="{33398F91-8A27-1340-BD1D-9CACA5BC1AC5}" srcOrd="1" destOrd="0" presId="urn:microsoft.com/office/officeart/2016/7/layout/RepeatingBendingProcessNew"/>
    <dgm:cxn modelId="{0FD60DAD-F5FC-9F4A-B926-8266A1421A24}" type="presOf" srcId="{C6ECE8F0-55D5-43F1-B701-9817B876588A}" destId="{C5ED3BB3-61FC-0F47-A162-034F42A1B368}" srcOrd="0" destOrd="0" presId="urn:microsoft.com/office/officeart/2016/7/layout/RepeatingBendingProcessNew"/>
    <dgm:cxn modelId="{1A37A7B7-A205-354A-9413-F9452F583E5C}" type="presOf" srcId="{B1402F49-58EC-442E-90A1-39A84180707E}" destId="{36976A03-B155-9140-822B-E7396F7323C1}" srcOrd="1" destOrd="0" presId="urn:microsoft.com/office/officeart/2016/7/layout/RepeatingBendingProcessNew"/>
    <dgm:cxn modelId="{27A0EBBB-5774-614F-B46D-0B090A2C42EC}" type="presOf" srcId="{D780F108-5D29-4888-9082-B2EB12A7C59D}" destId="{600A198A-DEA0-764F-9036-D5B1ABD50366}" srcOrd="0" destOrd="0" presId="urn:microsoft.com/office/officeart/2016/7/layout/RepeatingBendingProcessNew"/>
    <dgm:cxn modelId="{BDB659C2-65B6-4D62-AF11-C405FA6EDDAB}" srcId="{DD63E176-271B-4A89-AEE0-C6BEC293065D}" destId="{B747A0A4-5951-4195-B012-9D1D4AA22E74}" srcOrd="3" destOrd="0" parTransId="{DC92D86E-74E3-4D08-8F41-FA54F01B30ED}" sibTransId="{DA7E03CA-BBBB-483E-893A-654B6E8F4C13}"/>
    <dgm:cxn modelId="{1B1D1CC4-D995-EE49-8A44-19582DC4C03A}" type="presOf" srcId="{6014DB4C-513D-4A67-8FF4-8288E7A34E4D}" destId="{F7C72A39-1A38-7944-B03A-9505BB1BD4F2}" srcOrd="0" destOrd="0" presId="urn:microsoft.com/office/officeart/2016/7/layout/RepeatingBendingProcessNew"/>
    <dgm:cxn modelId="{6E92FFC4-758F-BA43-8690-0A5C0DAB0308}" type="presOf" srcId="{B747A0A4-5951-4195-B012-9D1D4AA22E74}" destId="{02379DBC-E0D6-A54E-A157-B7D7AE8066FD}" srcOrd="0" destOrd="0" presId="urn:microsoft.com/office/officeart/2016/7/layout/RepeatingBendingProcessNew"/>
    <dgm:cxn modelId="{22449DCD-8BD4-C14D-A787-DB19AB6BB23B}" type="presOf" srcId="{5492BD88-6434-4259-BEE1-3D1A3E067FED}" destId="{E6636D15-CBCA-244E-B6DF-696390E78F30}" srcOrd="0" destOrd="0" presId="urn:microsoft.com/office/officeart/2016/7/layout/RepeatingBendingProcessNew"/>
    <dgm:cxn modelId="{4B6921D0-6DD5-4A48-B796-6059D0F978FD}" type="presOf" srcId="{D780F108-5D29-4888-9082-B2EB12A7C59D}" destId="{C326F949-5434-0849-A751-05CAD08ED46F}" srcOrd="1" destOrd="0" presId="urn:microsoft.com/office/officeart/2016/7/layout/RepeatingBendingProcessNew"/>
    <dgm:cxn modelId="{C5405ED6-E775-694B-9DFF-689C1F9ED1FB}" type="presOf" srcId="{9C3ABDB8-6DDB-47ED-B5FB-4CF4606F3ECB}" destId="{8E364C9B-716A-FE42-820D-3A86C8D30EC4}" srcOrd="0" destOrd="0" presId="urn:microsoft.com/office/officeart/2016/7/layout/RepeatingBendingProcessNew"/>
    <dgm:cxn modelId="{0C2CDFD8-A5E3-4F77-9064-A92230E5164F}" srcId="{DD63E176-271B-4A89-AEE0-C6BEC293065D}" destId="{6014DB4C-513D-4A67-8FF4-8288E7A34E4D}" srcOrd="7" destOrd="0" parTransId="{1A9AC9EA-DEE1-4B94-A422-2D60F25D409D}" sibTransId="{2684C23D-EC0F-4EEE-805F-7089CF57F42E}"/>
    <dgm:cxn modelId="{333D64E0-B3AA-4E1A-BA73-0971C9840848}" srcId="{DD63E176-271B-4A89-AEE0-C6BEC293065D}" destId="{C9DAC15A-811F-41E9-A5B6-5D2FFC2317FA}" srcOrd="8" destOrd="0" parTransId="{27FD3D1F-D0CC-4197-B061-2D474F784ED8}" sibTransId="{2F2BC7B6-C390-426F-86E1-46491B166F33}"/>
    <dgm:cxn modelId="{527CD0E1-005A-B442-A7D1-522A3E356D8A}" type="presOf" srcId="{37F076A5-8038-4687-BB9C-C29F848D035E}" destId="{CD6DD5AD-86E8-F949-AA19-C683EFDC81B8}" srcOrd="0" destOrd="0" presId="urn:microsoft.com/office/officeart/2016/7/layout/RepeatingBendingProcessNew"/>
    <dgm:cxn modelId="{62BC67E3-5343-E642-847C-A777164B60FE}" type="presOf" srcId="{95306665-A9A2-409B-8024-9406073F2E08}" destId="{B963C201-5FA0-E640-BA71-C8CEA7978FA4}" srcOrd="0" destOrd="0" presId="urn:microsoft.com/office/officeart/2016/7/layout/RepeatingBendingProcessNew"/>
    <dgm:cxn modelId="{35A071E7-6940-BE4C-A242-5B1DA694C144}" type="presOf" srcId="{B97D9D61-8BA1-40D1-95C9-84098A672612}" destId="{0053C448-996D-164B-9FE1-B16B4281DE03}" srcOrd="0" destOrd="0" presId="urn:microsoft.com/office/officeart/2016/7/layout/RepeatingBendingProcessNew"/>
    <dgm:cxn modelId="{53EABBEE-509E-5E4C-952E-FF2893105EC2}" type="presOf" srcId="{C9DAC15A-811F-41E9-A5B6-5D2FFC2317FA}" destId="{FA88E179-4307-6A47-A850-D34EB29F14B9}" srcOrd="0" destOrd="0" presId="urn:microsoft.com/office/officeart/2016/7/layout/RepeatingBendingProcessNew"/>
    <dgm:cxn modelId="{FF9733F0-B88C-CD44-B40F-6E860B7F36A0}" type="presOf" srcId="{2663BE69-1B4A-4A2C-8F9C-9D23642DC032}" destId="{F8F53EE4-C3C4-B04B-A47F-2D5BF04960A3}" srcOrd="0" destOrd="0" presId="urn:microsoft.com/office/officeart/2016/7/layout/RepeatingBendingProcessNew"/>
    <dgm:cxn modelId="{55491AF3-665F-554E-B9FB-4C4C42A68234}" type="presOf" srcId="{871B547C-74E5-483C-81D4-766705CC1512}" destId="{D2CEF2D6-3779-5549-85C7-AA30E72C7119}" srcOrd="0" destOrd="0" presId="urn:microsoft.com/office/officeart/2016/7/layout/RepeatingBendingProcessNew"/>
    <dgm:cxn modelId="{6B306F49-955D-1248-BA9B-B5D7205EE1E8}" type="presParOf" srcId="{5410E63A-BD12-464D-9809-0472CA7F882F}" destId="{8E364C9B-716A-FE42-820D-3A86C8D30EC4}" srcOrd="0" destOrd="0" presId="urn:microsoft.com/office/officeart/2016/7/layout/RepeatingBendingProcessNew"/>
    <dgm:cxn modelId="{3779C833-C79E-3846-91DD-42FEC795CFA9}" type="presParOf" srcId="{5410E63A-BD12-464D-9809-0472CA7F882F}" destId="{B963C201-5FA0-E640-BA71-C8CEA7978FA4}" srcOrd="1" destOrd="0" presId="urn:microsoft.com/office/officeart/2016/7/layout/RepeatingBendingProcessNew"/>
    <dgm:cxn modelId="{4203D3A9-0D0F-FD48-878C-5D0AC65B60F8}" type="presParOf" srcId="{B963C201-5FA0-E640-BA71-C8CEA7978FA4}" destId="{BFD064D2-2BBE-E74F-BE17-F17D5FF40F08}" srcOrd="0" destOrd="0" presId="urn:microsoft.com/office/officeart/2016/7/layout/RepeatingBendingProcessNew"/>
    <dgm:cxn modelId="{86A62AFD-B9FF-4341-B185-E468AEFD98F9}" type="presParOf" srcId="{5410E63A-BD12-464D-9809-0472CA7F882F}" destId="{0053C448-996D-164B-9FE1-B16B4281DE03}" srcOrd="2" destOrd="0" presId="urn:microsoft.com/office/officeart/2016/7/layout/RepeatingBendingProcessNew"/>
    <dgm:cxn modelId="{422B5138-B30B-224E-B213-A2CDE8F52E55}" type="presParOf" srcId="{5410E63A-BD12-464D-9809-0472CA7F882F}" destId="{03871CCF-D923-314D-84A5-1B7DF8123782}" srcOrd="3" destOrd="0" presId="urn:microsoft.com/office/officeart/2016/7/layout/RepeatingBendingProcessNew"/>
    <dgm:cxn modelId="{BBB94332-64DE-CC45-9A96-B654F2B494D7}" type="presParOf" srcId="{03871CCF-D923-314D-84A5-1B7DF8123782}" destId="{36976A03-B155-9140-822B-E7396F7323C1}" srcOrd="0" destOrd="0" presId="urn:microsoft.com/office/officeart/2016/7/layout/RepeatingBendingProcessNew"/>
    <dgm:cxn modelId="{85CB91A2-0F5C-A546-861E-42C91E312FCA}" type="presParOf" srcId="{5410E63A-BD12-464D-9809-0472CA7F882F}" destId="{C5ED3BB3-61FC-0F47-A162-034F42A1B368}" srcOrd="4" destOrd="0" presId="urn:microsoft.com/office/officeart/2016/7/layout/RepeatingBendingProcessNew"/>
    <dgm:cxn modelId="{BFB12ECE-2773-4B45-A5EC-9321EBA9DD06}" type="presParOf" srcId="{5410E63A-BD12-464D-9809-0472CA7F882F}" destId="{600A198A-DEA0-764F-9036-D5B1ABD50366}" srcOrd="5" destOrd="0" presId="urn:microsoft.com/office/officeart/2016/7/layout/RepeatingBendingProcessNew"/>
    <dgm:cxn modelId="{A15577F8-19DB-0148-927B-FB62F87B8CFF}" type="presParOf" srcId="{600A198A-DEA0-764F-9036-D5B1ABD50366}" destId="{C326F949-5434-0849-A751-05CAD08ED46F}" srcOrd="0" destOrd="0" presId="urn:microsoft.com/office/officeart/2016/7/layout/RepeatingBendingProcessNew"/>
    <dgm:cxn modelId="{8C30DB39-3281-0E41-852B-E49F9C1E1997}" type="presParOf" srcId="{5410E63A-BD12-464D-9809-0472CA7F882F}" destId="{02379DBC-E0D6-A54E-A157-B7D7AE8066FD}" srcOrd="6" destOrd="0" presId="urn:microsoft.com/office/officeart/2016/7/layout/RepeatingBendingProcessNew"/>
    <dgm:cxn modelId="{950008A9-E3E1-3A48-ADE7-B9EF40CA03B6}" type="presParOf" srcId="{5410E63A-BD12-464D-9809-0472CA7F882F}" destId="{81CAC18B-1CAC-5441-8D95-AF7EF73E4052}" srcOrd="7" destOrd="0" presId="urn:microsoft.com/office/officeart/2016/7/layout/RepeatingBendingProcessNew"/>
    <dgm:cxn modelId="{E6576008-BE5E-A64B-93B6-B48A698EA430}" type="presParOf" srcId="{81CAC18B-1CAC-5441-8D95-AF7EF73E4052}" destId="{AEB2B79A-C758-7349-B474-73B583575910}" srcOrd="0" destOrd="0" presId="urn:microsoft.com/office/officeart/2016/7/layout/RepeatingBendingProcessNew"/>
    <dgm:cxn modelId="{FC49967D-157B-F94D-B6BB-AE8BF2B30EF2}" type="presParOf" srcId="{5410E63A-BD12-464D-9809-0472CA7F882F}" destId="{CD6DD5AD-86E8-F949-AA19-C683EFDC81B8}" srcOrd="8" destOrd="0" presId="urn:microsoft.com/office/officeart/2016/7/layout/RepeatingBendingProcessNew"/>
    <dgm:cxn modelId="{400E07F8-9D62-4C48-AF1E-5EA037B58FD9}" type="presParOf" srcId="{5410E63A-BD12-464D-9809-0472CA7F882F}" destId="{D2CEF2D6-3779-5549-85C7-AA30E72C7119}" srcOrd="9" destOrd="0" presId="urn:microsoft.com/office/officeart/2016/7/layout/RepeatingBendingProcessNew"/>
    <dgm:cxn modelId="{B334327C-F174-8247-B063-3FD615C9AFF5}" type="presParOf" srcId="{D2CEF2D6-3779-5549-85C7-AA30E72C7119}" destId="{33398F91-8A27-1340-BD1D-9CACA5BC1AC5}" srcOrd="0" destOrd="0" presId="urn:microsoft.com/office/officeart/2016/7/layout/RepeatingBendingProcessNew"/>
    <dgm:cxn modelId="{E6A47725-0B27-AF48-8D32-698C5827C1ED}" type="presParOf" srcId="{5410E63A-BD12-464D-9809-0472CA7F882F}" destId="{6CD22F48-9574-DC40-BFF4-A844130FA942}" srcOrd="10" destOrd="0" presId="urn:microsoft.com/office/officeart/2016/7/layout/RepeatingBendingProcessNew"/>
    <dgm:cxn modelId="{BD47764F-E548-4243-B0A2-D0D67224BDFF}" type="presParOf" srcId="{5410E63A-BD12-464D-9809-0472CA7F882F}" destId="{9F7899A5-BD63-6D43-8E0B-84775DBBB10C}" srcOrd="11" destOrd="0" presId="urn:microsoft.com/office/officeart/2016/7/layout/RepeatingBendingProcessNew"/>
    <dgm:cxn modelId="{47A8E2BC-DED7-0C40-8360-698889C76B7D}" type="presParOf" srcId="{9F7899A5-BD63-6D43-8E0B-84775DBBB10C}" destId="{0D7C86E4-E3FF-9945-A111-574855E38C0E}" srcOrd="0" destOrd="0" presId="urn:microsoft.com/office/officeart/2016/7/layout/RepeatingBendingProcessNew"/>
    <dgm:cxn modelId="{972FC4D8-87D0-8F4A-A009-74BE7ABAA5CD}" type="presParOf" srcId="{5410E63A-BD12-464D-9809-0472CA7F882F}" destId="{E6636D15-CBCA-244E-B6DF-696390E78F30}" srcOrd="12" destOrd="0" presId="urn:microsoft.com/office/officeart/2016/7/layout/RepeatingBendingProcessNew"/>
    <dgm:cxn modelId="{D2EEA50A-44F8-F34B-8C4A-C934796B9C5A}" type="presParOf" srcId="{5410E63A-BD12-464D-9809-0472CA7F882F}" destId="{F8F53EE4-C3C4-B04B-A47F-2D5BF04960A3}" srcOrd="13" destOrd="0" presId="urn:microsoft.com/office/officeart/2016/7/layout/RepeatingBendingProcessNew"/>
    <dgm:cxn modelId="{589BF823-C35B-0743-B798-55136ACE2051}" type="presParOf" srcId="{F8F53EE4-C3C4-B04B-A47F-2D5BF04960A3}" destId="{132491EE-8163-6B4C-A1C8-42B985C16EC1}" srcOrd="0" destOrd="0" presId="urn:microsoft.com/office/officeart/2016/7/layout/RepeatingBendingProcessNew"/>
    <dgm:cxn modelId="{61E26338-E85C-F946-9D46-4DEB06E17B66}" type="presParOf" srcId="{5410E63A-BD12-464D-9809-0472CA7F882F}" destId="{F7C72A39-1A38-7944-B03A-9505BB1BD4F2}" srcOrd="14" destOrd="0" presId="urn:microsoft.com/office/officeart/2016/7/layout/RepeatingBendingProcessNew"/>
    <dgm:cxn modelId="{19BC1B1D-C58D-0245-9EA1-4C096BF9EAD3}" type="presParOf" srcId="{5410E63A-BD12-464D-9809-0472CA7F882F}" destId="{74F6FA05-351D-2949-95EF-B70CA52813E5}" srcOrd="15" destOrd="0" presId="urn:microsoft.com/office/officeart/2016/7/layout/RepeatingBendingProcessNew"/>
    <dgm:cxn modelId="{2E41332B-8583-5B4B-8625-10CEA52F86A3}" type="presParOf" srcId="{74F6FA05-351D-2949-95EF-B70CA52813E5}" destId="{41FA767F-24D3-134C-A306-FCFA9B886C53}" srcOrd="0" destOrd="0" presId="urn:microsoft.com/office/officeart/2016/7/layout/RepeatingBendingProcessNew"/>
    <dgm:cxn modelId="{AEEE786F-ADB9-9544-8FA4-FF94ADDF44A8}" type="presParOf" srcId="{5410E63A-BD12-464D-9809-0472CA7F882F}" destId="{FA88E179-4307-6A47-A850-D34EB29F14B9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3F3D12-F2B6-462B-A547-C29EC97356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E00846-4D75-49CF-A20A-5D09CECA37E8}">
      <dgm:prSet/>
      <dgm:spPr/>
      <dgm:t>
        <a:bodyPr/>
        <a:lstStyle/>
        <a:p>
          <a:r>
            <a:rPr lang="en-US" b="1"/>
            <a:t>1. Data Upload to S3</a:t>
          </a:r>
          <a:r>
            <a:rPr lang="en-US"/>
            <a:t> (5 min) </a:t>
          </a:r>
        </a:p>
      </dgm:t>
    </dgm:pt>
    <dgm:pt modelId="{B476B8A4-084A-42FC-B358-7E4CE3B57B09}" type="parTrans" cxnId="{0E9E62E4-40C6-4480-A06A-77D4B1A53DAA}">
      <dgm:prSet/>
      <dgm:spPr/>
      <dgm:t>
        <a:bodyPr/>
        <a:lstStyle/>
        <a:p>
          <a:endParaRPr lang="en-US"/>
        </a:p>
      </dgm:t>
    </dgm:pt>
    <dgm:pt modelId="{95A6EC74-A29F-4CED-B985-EBD22DD8A17B}" type="sibTrans" cxnId="{0E9E62E4-40C6-4480-A06A-77D4B1A53DAA}">
      <dgm:prSet/>
      <dgm:spPr/>
      <dgm:t>
        <a:bodyPr/>
        <a:lstStyle/>
        <a:p>
          <a:endParaRPr lang="en-US"/>
        </a:p>
      </dgm:t>
    </dgm:pt>
    <dgm:pt modelId="{6D8F0A25-2E16-4D5A-98F9-039EB688930F}">
      <dgm:prSet/>
      <dgm:spPr/>
      <dgm:t>
        <a:bodyPr/>
        <a:lstStyle/>
        <a:p>
          <a:r>
            <a:rPr lang="en-US"/>
            <a:t>Created S3 bucket in us-east-2 </a:t>
          </a:r>
        </a:p>
      </dgm:t>
    </dgm:pt>
    <dgm:pt modelId="{1532EAFA-C05B-4F70-88EE-3B0BEC644344}" type="parTrans" cxnId="{86EE0804-A5CE-49D8-B6A3-FD13818BFDA7}">
      <dgm:prSet/>
      <dgm:spPr/>
      <dgm:t>
        <a:bodyPr/>
        <a:lstStyle/>
        <a:p>
          <a:endParaRPr lang="en-US"/>
        </a:p>
      </dgm:t>
    </dgm:pt>
    <dgm:pt modelId="{DA87248E-7800-4E84-A4B5-543E6384FE8A}" type="sibTrans" cxnId="{86EE0804-A5CE-49D8-B6A3-FD13818BFDA7}">
      <dgm:prSet/>
      <dgm:spPr/>
      <dgm:t>
        <a:bodyPr/>
        <a:lstStyle/>
        <a:p>
          <a:endParaRPr lang="en-US"/>
        </a:p>
      </dgm:t>
    </dgm:pt>
    <dgm:pt modelId="{0587FC10-0388-475C-BD60-6DDF6AFCD9BF}">
      <dgm:prSet/>
      <dgm:spPr/>
      <dgm:t>
        <a:bodyPr/>
        <a:lstStyle/>
        <a:p>
          <a:r>
            <a:rPr lang="en-US"/>
            <a:t>Organized into raw/, cleaned/, analytics/ folders </a:t>
          </a:r>
        </a:p>
      </dgm:t>
    </dgm:pt>
    <dgm:pt modelId="{1615C15D-7A21-407A-9998-CC2CCB46F3C7}" type="parTrans" cxnId="{1A50F75E-0EFD-41B9-A6C0-7800A7E62975}">
      <dgm:prSet/>
      <dgm:spPr/>
      <dgm:t>
        <a:bodyPr/>
        <a:lstStyle/>
        <a:p>
          <a:endParaRPr lang="en-US"/>
        </a:p>
      </dgm:t>
    </dgm:pt>
    <dgm:pt modelId="{827BB0B3-34A4-4AFE-8C00-56A60B46C47F}" type="sibTrans" cxnId="{1A50F75E-0EFD-41B9-A6C0-7800A7E62975}">
      <dgm:prSet/>
      <dgm:spPr/>
      <dgm:t>
        <a:bodyPr/>
        <a:lstStyle/>
        <a:p>
          <a:endParaRPr lang="en-US"/>
        </a:p>
      </dgm:t>
    </dgm:pt>
    <dgm:pt modelId="{6D84A0AF-80CC-4EB9-8C54-FB31A08EC210}">
      <dgm:prSet/>
      <dgm:spPr/>
      <dgm:t>
        <a:bodyPr/>
        <a:lstStyle/>
        <a:p>
          <a:r>
            <a:rPr lang="en-US"/>
            <a:t>Uploaded 8 data files </a:t>
          </a:r>
        </a:p>
      </dgm:t>
    </dgm:pt>
    <dgm:pt modelId="{4196D4B2-35DA-4D31-8131-521C29F8325C}" type="parTrans" cxnId="{7F3CD2CD-63DA-48DD-94D8-C36F67C241B0}">
      <dgm:prSet/>
      <dgm:spPr/>
      <dgm:t>
        <a:bodyPr/>
        <a:lstStyle/>
        <a:p>
          <a:endParaRPr lang="en-US"/>
        </a:p>
      </dgm:t>
    </dgm:pt>
    <dgm:pt modelId="{0D49C79F-640C-46ED-986F-40E282933950}" type="sibTrans" cxnId="{7F3CD2CD-63DA-48DD-94D8-C36F67C241B0}">
      <dgm:prSet/>
      <dgm:spPr/>
      <dgm:t>
        <a:bodyPr/>
        <a:lstStyle/>
        <a:p>
          <a:endParaRPr lang="en-US"/>
        </a:p>
      </dgm:t>
    </dgm:pt>
    <dgm:pt modelId="{C5823A92-76A3-4846-ABF7-AED3799391EA}">
      <dgm:prSet/>
      <dgm:spPr/>
      <dgm:t>
        <a:bodyPr/>
        <a:lstStyle/>
        <a:p>
          <a:r>
            <a:rPr lang="en-US" b="1"/>
            <a:t>2. IAM Configuration</a:t>
          </a:r>
          <a:r>
            <a:rPr lang="en-US"/>
            <a:t> (5 min) </a:t>
          </a:r>
        </a:p>
      </dgm:t>
    </dgm:pt>
    <dgm:pt modelId="{FEB176DA-5881-450D-AE93-8FE31B5AE95C}" type="parTrans" cxnId="{D63CB120-56D8-4C3D-881D-D5571E63BE0F}">
      <dgm:prSet/>
      <dgm:spPr/>
      <dgm:t>
        <a:bodyPr/>
        <a:lstStyle/>
        <a:p>
          <a:endParaRPr lang="en-US"/>
        </a:p>
      </dgm:t>
    </dgm:pt>
    <dgm:pt modelId="{9211CF0B-05AC-4986-B802-29E5BB60A9E7}" type="sibTrans" cxnId="{D63CB120-56D8-4C3D-881D-D5571E63BE0F}">
      <dgm:prSet/>
      <dgm:spPr/>
      <dgm:t>
        <a:bodyPr/>
        <a:lstStyle/>
        <a:p>
          <a:endParaRPr lang="en-US"/>
        </a:p>
      </dgm:t>
    </dgm:pt>
    <dgm:pt modelId="{9E0E9F18-46C0-4FAD-8EBA-61FF664EDA27}">
      <dgm:prSet/>
      <dgm:spPr/>
      <dgm:t>
        <a:bodyPr/>
        <a:lstStyle/>
        <a:p>
          <a:r>
            <a:rPr lang="en-US"/>
            <a:t>Used existing Glue role </a:t>
          </a:r>
        </a:p>
      </dgm:t>
    </dgm:pt>
    <dgm:pt modelId="{D41B72D9-D16B-4EDD-B713-896B8F6FFBBD}" type="parTrans" cxnId="{B1C18041-8EB4-4E34-BF1B-EA8AE2439660}">
      <dgm:prSet/>
      <dgm:spPr/>
      <dgm:t>
        <a:bodyPr/>
        <a:lstStyle/>
        <a:p>
          <a:endParaRPr lang="en-US"/>
        </a:p>
      </dgm:t>
    </dgm:pt>
    <dgm:pt modelId="{88DC6F59-237C-4A5A-9A01-F494E4DEC498}" type="sibTrans" cxnId="{B1C18041-8EB4-4E34-BF1B-EA8AE2439660}">
      <dgm:prSet/>
      <dgm:spPr/>
      <dgm:t>
        <a:bodyPr/>
        <a:lstStyle/>
        <a:p>
          <a:endParaRPr lang="en-US"/>
        </a:p>
      </dgm:t>
    </dgm:pt>
    <dgm:pt modelId="{C81923B0-2882-4DF8-9E6A-090B9D01130E}">
      <dgm:prSet/>
      <dgm:spPr/>
      <dgm:t>
        <a:bodyPr/>
        <a:lstStyle/>
        <a:p>
          <a:r>
            <a:rPr lang="en-US"/>
            <a:t>Added S3 permissions for project bucket </a:t>
          </a:r>
        </a:p>
      </dgm:t>
    </dgm:pt>
    <dgm:pt modelId="{66DD3E26-C484-4F4A-9CAE-94885DAB3D86}" type="parTrans" cxnId="{3EE79489-1D19-4C04-83C4-FFF64627D461}">
      <dgm:prSet/>
      <dgm:spPr/>
      <dgm:t>
        <a:bodyPr/>
        <a:lstStyle/>
        <a:p>
          <a:endParaRPr lang="en-US"/>
        </a:p>
      </dgm:t>
    </dgm:pt>
    <dgm:pt modelId="{1BC8B689-21BF-4D03-B73F-F115F0301E0A}" type="sibTrans" cxnId="{3EE79489-1D19-4C04-83C4-FFF64627D461}">
      <dgm:prSet/>
      <dgm:spPr/>
      <dgm:t>
        <a:bodyPr/>
        <a:lstStyle/>
        <a:p>
          <a:endParaRPr lang="en-US"/>
        </a:p>
      </dgm:t>
    </dgm:pt>
    <dgm:pt modelId="{6E1F7446-20B7-478B-8A29-9E0362537D0E}">
      <dgm:prSet/>
      <dgm:spPr/>
      <dgm:t>
        <a:bodyPr/>
        <a:lstStyle/>
        <a:p>
          <a:r>
            <a:rPr lang="en-US" b="1"/>
            <a:t>3. Glue Database Setup</a:t>
          </a:r>
          <a:r>
            <a:rPr lang="en-US"/>
            <a:t> (2 min) </a:t>
          </a:r>
        </a:p>
      </dgm:t>
    </dgm:pt>
    <dgm:pt modelId="{429309FF-4237-4681-8751-5E99C5D76B41}" type="parTrans" cxnId="{2F362755-2F8A-43CC-B661-CAB09F603FDE}">
      <dgm:prSet/>
      <dgm:spPr/>
      <dgm:t>
        <a:bodyPr/>
        <a:lstStyle/>
        <a:p>
          <a:endParaRPr lang="en-US"/>
        </a:p>
      </dgm:t>
    </dgm:pt>
    <dgm:pt modelId="{035A6157-E67F-490D-BBFF-8C30EAE9C070}" type="sibTrans" cxnId="{2F362755-2F8A-43CC-B661-CAB09F603FDE}">
      <dgm:prSet/>
      <dgm:spPr/>
      <dgm:t>
        <a:bodyPr/>
        <a:lstStyle/>
        <a:p>
          <a:endParaRPr lang="en-US"/>
        </a:p>
      </dgm:t>
    </dgm:pt>
    <dgm:pt modelId="{51B80819-771C-44BD-B29C-6FA28C524376}">
      <dgm:prSet/>
      <dgm:spPr/>
      <dgm:t>
        <a:bodyPr/>
        <a:lstStyle/>
        <a:p>
          <a:r>
            <a:rPr lang="en-US"/>
            <a:t>Created healthcare_db database</a:t>
          </a:r>
        </a:p>
      </dgm:t>
    </dgm:pt>
    <dgm:pt modelId="{15CEC873-7476-4B0E-9059-A5AC6EFD0B5B}" type="parTrans" cxnId="{86B59B27-C9A9-4C7D-B8F3-908F056D8557}">
      <dgm:prSet/>
      <dgm:spPr/>
      <dgm:t>
        <a:bodyPr/>
        <a:lstStyle/>
        <a:p>
          <a:endParaRPr lang="en-US"/>
        </a:p>
      </dgm:t>
    </dgm:pt>
    <dgm:pt modelId="{9840DD0E-D654-4973-B4A6-A77BECE3338F}" type="sibTrans" cxnId="{86B59B27-C9A9-4C7D-B8F3-908F056D8557}">
      <dgm:prSet/>
      <dgm:spPr/>
      <dgm:t>
        <a:bodyPr/>
        <a:lstStyle/>
        <a:p>
          <a:endParaRPr lang="en-US"/>
        </a:p>
      </dgm:t>
    </dgm:pt>
    <dgm:pt modelId="{5AE50C00-F1BB-4F43-8C76-3BE0BCE0BE32}">
      <dgm:prSet/>
      <dgm:spPr/>
      <dgm:t>
        <a:bodyPr/>
        <a:lstStyle/>
        <a:p>
          <a:r>
            <a:rPr lang="en-US" b="1"/>
            <a:t>4. Schema Discovery</a:t>
          </a:r>
          <a:r>
            <a:rPr lang="en-US"/>
            <a:t> (10 min) </a:t>
          </a:r>
        </a:p>
      </dgm:t>
    </dgm:pt>
    <dgm:pt modelId="{3A4FB4CB-2F8B-4B19-9733-0EDEED2208B6}" type="parTrans" cxnId="{4F4F7C15-B7DD-4A0A-B1DE-A6ED0C8F3417}">
      <dgm:prSet/>
      <dgm:spPr/>
      <dgm:t>
        <a:bodyPr/>
        <a:lstStyle/>
        <a:p>
          <a:endParaRPr lang="en-US"/>
        </a:p>
      </dgm:t>
    </dgm:pt>
    <dgm:pt modelId="{50B659DB-8C3C-45C8-B459-28E4A658934E}" type="sibTrans" cxnId="{4F4F7C15-B7DD-4A0A-B1DE-A6ED0C8F3417}">
      <dgm:prSet/>
      <dgm:spPr/>
      <dgm:t>
        <a:bodyPr/>
        <a:lstStyle/>
        <a:p>
          <a:endParaRPr lang="en-US"/>
        </a:p>
      </dgm:t>
    </dgm:pt>
    <dgm:pt modelId="{C5F10F9A-03C8-4875-B792-35C44A668C46}">
      <dgm:prSet/>
      <dgm:spPr/>
      <dgm:t>
        <a:bodyPr/>
        <a:lstStyle/>
        <a:p>
          <a:r>
            <a:rPr lang="en-US"/>
            <a:t>Ran Glue crawler on raw data</a:t>
          </a:r>
        </a:p>
      </dgm:t>
    </dgm:pt>
    <dgm:pt modelId="{30B37A0A-13CB-4A43-9DB4-31592B60B340}" type="parTrans" cxnId="{DA6E9BAF-9E06-425E-A242-2C4BD49A5F19}">
      <dgm:prSet/>
      <dgm:spPr/>
      <dgm:t>
        <a:bodyPr/>
        <a:lstStyle/>
        <a:p>
          <a:endParaRPr lang="en-US"/>
        </a:p>
      </dgm:t>
    </dgm:pt>
    <dgm:pt modelId="{DA3F1926-825F-43A9-8A14-F72135F4A088}" type="sibTrans" cxnId="{DA6E9BAF-9E06-425E-A242-2C4BD49A5F19}">
      <dgm:prSet/>
      <dgm:spPr/>
      <dgm:t>
        <a:bodyPr/>
        <a:lstStyle/>
        <a:p>
          <a:endParaRPr lang="en-US"/>
        </a:p>
      </dgm:t>
    </dgm:pt>
    <dgm:pt modelId="{43E2D30F-41F0-4E04-9015-A73B0EE96E09}">
      <dgm:prSet/>
      <dgm:spPr/>
      <dgm:t>
        <a:bodyPr/>
        <a:lstStyle/>
        <a:p>
          <a:r>
            <a:rPr lang="en-US"/>
            <a:t>Auto-detected 8 tables with schemas</a:t>
          </a:r>
        </a:p>
      </dgm:t>
    </dgm:pt>
    <dgm:pt modelId="{558729B2-B7AA-46D0-A984-B39C54D4674B}" type="parTrans" cxnId="{07008C6F-F6E2-4906-B85D-BE37EB7B5EF5}">
      <dgm:prSet/>
      <dgm:spPr/>
      <dgm:t>
        <a:bodyPr/>
        <a:lstStyle/>
        <a:p>
          <a:endParaRPr lang="en-US"/>
        </a:p>
      </dgm:t>
    </dgm:pt>
    <dgm:pt modelId="{3CFCFAB6-A827-4603-B9BB-2FA488C0BE0B}" type="sibTrans" cxnId="{07008C6F-F6E2-4906-B85D-BE37EB7B5EF5}">
      <dgm:prSet/>
      <dgm:spPr/>
      <dgm:t>
        <a:bodyPr/>
        <a:lstStyle/>
        <a:p>
          <a:endParaRPr lang="en-US"/>
        </a:p>
      </dgm:t>
    </dgm:pt>
    <dgm:pt modelId="{3E9146FA-DA60-4250-B384-852BC3FED626}">
      <dgm:prSet/>
      <dgm:spPr/>
      <dgm:t>
        <a:bodyPr/>
        <a:lstStyle/>
        <a:p>
          <a:r>
            <a:rPr lang="en-US" b="1"/>
            <a:t>5. Data Transformation</a:t>
          </a:r>
          <a:r>
            <a:rPr lang="en-US"/>
            <a:t> (15 min) </a:t>
          </a:r>
        </a:p>
      </dgm:t>
    </dgm:pt>
    <dgm:pt modelId="{7481C4B6-4CF7-4ED8-9A8C-B1520D63F6E2}" type="parTrans" cxnId="{01167300-2D3C-4813-8BD3-F29D7889F0E1}">
      <dgm:prSet/>
      <dgm:spPr/>
      <dgm:t>
        <a:bodyPr/>
        <a:lstStyle/>
        <a:p>
          <a:endParaRPr lang="en-US"/>
        </a:p>
      </dgm:t>
    </dgm:pt>
    <dgm:pt modelId="{C0534ADB-A9DC-40F2-BE4E-A2292D7AD8E8}" type="sibTrans" cxnId="{01167300-2D3C-4813-8BD3-F29D7889F0E1}">
      <dgm:prSet/>
      <dgm:spPr/>
      <dgm:t>
        <a:bodyPr/>
        <a:lstStyle/>
        <a:p>
          <a:endParaRPr lang="en-US"/>
        </a:p>
      </dgm:t>
    </dgm:pt>
    <dgm:pt modelId="{5C576861-CC11-4633-9402-2116198E93CB}">
      <dgm:prSet/>
      <dgm:spPr/>
      <dgm:t>
        <a:bodyPr/>
        <a:lstStyle/>
        <a:p>
          <a:r>
            <a:rPr lang="en-US"/>
            <a:t>Glue ETL job cleaned data</a:t>
          </a:r>
        </a:p>
      </dgm:t>
    </dgm:pt>
    <dgm:pt modelId="{BBE452AE-1352-4464-845F-96A3ADCBE748}" type="parTrans" cxnId="{691F3BD2-1197-4F93-9C45-B5AA110AE018}">
      <dgm:prSet/>
      <dgm:spPr/>
      <dgm:t>
        <a:bodyPr/>
        <a:lstStyle/>
        <a:p>
          <a:endParaRPr lang="en-US"/>
        </a:p>
      </dgm:t>
    </dgm:pt>
    <dgm:pt modelId="{DDF81D2E-386D-4131-883D-A085F88B75C1}" type="sibTrans" cxnId="{691F3BD2-1197-4F93-9C45-B5AA110AE018}">
      <dgm:prSet/>
      <dgm:spPr/>
      <dgm:t>
        <a:bodyPr/>
        <a:lstStyle/>
        <a:p>
          <a:endParaRPr lang="en-US"/>
        </a:p>
      </dgm:t>
    </dgm:pt>
    <dgm:pt modelId="{DDE75042-6729-462F-8DDB-3BB090E940C6}">
      <dgm:prSet/>
      <dgm:spPr/>
      <dgm:t>
        <a:bodyPr/>
        <a:lstStyle/>
        <a:p>
          <a:r>
            <a:rPr lang="en-US"/>
            <a:t>Handled column spaces, nulls, duplicates</a:t>
          </a:r>
        </a:p>
      </dgm:t>
    </dgm:pt>
    <dgm:pt modelId="{DC5209B8-E55E-41AF-8F0A-438490EF6633}" type="parTrans" cxnId="{79A68EDA-8C3B-4F6F-8538-95A0E291C107}">
      <dgm:prSet/>
      <dgm:spPr/>
      <dgm:t>
        <a:bodyPr/>
        <a:lstStyle/>
        <a:p>
          <a:endParaRPr lang="en-US"/>
        </a:p>
      </dgm:t>
    </dgm:pt>
    <dgm:pt modelId="{D60DB6C4-273E-4304-B9D7-010873E770CD}" type="sibTrans" cxnId="{79A68EDA-8C3B-4F6F-8538-95A0E291C107}">
      <dgm:prSet/>
      <dgm:spPr/>
      <dgm:t>
        <a:bodyPr/>
        <a:lstStyle/>
        <a:p>
          <a:endParaRPr lang="en-US"/>
        </a:p>
      </dgm:t>
    </dgm:pt>
    <dgm:pt modelId="{8A421C15-B1E2-4BDC-BF2B-6A481CE8DCF4}">
      <dgm:prSet/>
      <dgm:spPr/>
      <dgm:t>
        <a:bodyPr/>
        <a:lstStyle/>
        <a:p>
          <a:r>
            <a:rPr lang="en-US"/>
            <a:t>Created Parquet files</a:t>
          </a:r>
        </a:p>
      </dgm:t>
    </dgm:pt>
    <dgm:pt modelId="{5D5BBCF6-1D71-45B9-840C-400077FB5F12}" type="parTrans" cxnId="{FE218134-4FB3-48BC-A855-19A2DD97DC00}">
      <dgm:prSet/>
      <dgm:spPr/>
      <dgm:t>
        <a:bodyPr/>
        <a:lstStyle/>
        <a:p>
          <a:endParaRPr lang="en-US"/>
        </a:p>
      </dgm:t>
    </dgm:pt>
    <dgm:pt modelId="{DA45B878-0725-4B07-B21E-B3198B3D71A5}" type="sibTrans" cxnId="{FE218134-4FB3-48BC-A855-19A2DD97DC00}">
      <dgm:prSet/>
      <dgm:spPr/>
      <dgm:t>
        <a:bodyPr/>
        <a:lstStyle/>
        <a:p>
          <a:endParaRPr lang="en-US"/>
        </a:p>
      </dgm:t>
    </dgm:pt>
    <dgm:pt modelId="{9AF892E3-FD28-4E11-AECD-1C4D2515A770}">
      <dgm:prSet/>
      <dgm:spPr/>
      <dgm:t>
        <a:bodyPr/>
        <a:lstStyle/>
        <a:p>
          <a:r>
            <a:rPr lang="en-US" b="1"/>
            <a:t>6. Analytics &amp; Dashboards</a:t>
          </a:r>
          <a:r>
            <a:rPr lang="en-US"/>
            <a:t> (30 min) </a:t>
          </a:r>
        </a:p>
      </dgm:t>
    </dgm:pt>
    <dgm:pt modelId="{35A8AFE0-346D-4CBD-A1EA-B27D4D65370C}" type="parTrans" cxnId="{8E7A8384-6A2B-4E8D-99EE-1478726541F3}">
      <dgm:prSet/>
      <dgm:spPr/>
      <dgm:t>
        <a:bodyPr/>
        <a:lstStyle/>
        <a:p>
          <a:endParaRPr lang="en-US"/>
        </a:p>
      </dgm:t>
    </dgm:pt>
    <dgm:pt modelId="{C1E4ACA1-D653-40E5-9FAF-17ECB7EEE493}" type="sibTrans" cxnId="{8E7A8384-6A2B-4E8D-99EE-1478726541F3}">
      <dgm:prSet/>
      <dgm:spPr/>
      <dgm:t>
        <a:bodyPr/>
        <a:lstStyle/>
        <a:p>
          <a:endParaRPr lang="en-US"/>
        </a:p>
      </dgm:t>
    </dgm:pt>
    <dgm:pt modelId="{F19A3419-95CD-414A-A29A-2A9A5B6485F6}">
      <dgm:prSet/>
      <dgm:spPr/>
      <dgm:t>
        <a:bodyPr/>
        <a:lstStyle/>
        <a:p>
          <a:r>
            <a:rPr lang="en-US"/>
            <a:t>Ran 13 SQL queries in Athena</a:t>
          </a:r>
        </a:p>
      </dgm:t>
    </dgm:pt>
    <dgm:pt modelId="{52A638F5-5DD8-4B91-9A44-6EFA9761159D}" type="parTrans" cxnId="{94A34807-E8F2-4F80-A5FC-D8D6D5712EA0}">
      <dgm:prSet/>
      <dgm:spPr/>
      <dgm:t>
        <a:bodyPr/>
        <a:lstStyle/>
        <a:p>
          <a:endParaRPr lang="en-US"/>
        </a:p>
      </dgm:t>
    </dgm:pt>
    <dgm:pt modelId="{F499191C-CA6C-4FFA-8704-8FC17B422918}" type="sibTrans" cxnId="{94A34807-E8F2-4F80-A5FC-D8D6D5712EA0}">
      <dgm:prSet/>
      <dgm:spPr/>
      <dgm:t>
        <a:bodyPr/>
        <a:lstStyle/>
        <a:p>
          <a:endParaRPr lang="en-US"/>
        </a:p>
      </dgm:t>
    </dgm:pt>
    <dgm:pt modelId="{2A841479-7B95-47D2-9262-4E4602B15AFF}">
      <dgm:prSet/>
      <dgm:spPr/>
      <dgm:t>
        <a:bodyPr/>
        <a:lstStyle/>
        <a:p>
          <a:r>
            <a:rPr lang="en-US"/>
            <a:t>Built 2 QuickSight dashboards</a:t>
          </a:r>
        </a:p>
      </dgm:t>
    </dgm:pt>
    <dgm:pt modelId="{34B227C4-2AAF-43A2-9451-9FAA2799BF28}" type="parTrans" cxnId="{AAA89B36-F36B-4886-B92E-DFF3C5AF012E}">
      <dgm:prSet/>
      <dgm:spPr/>
      <dgm:t>
        <a:bodyPr/>
        <a:lstStyle/>
        <a:p>
          <a:endParaRPr lang="en-US"/>
        </a:p>
      </dgm:t>
    </dgm:pt>
    <dgm:pt modelId="{7DDBA753-2B54-4201-9141-775F157EECB3}" type="sibTrans" cxnId="{AAA89B36-F36B-4886-B92E-DFF3C5AF012E}">
      <dgm:prSet/>
      <dgm:spPr/>
      <dgm:t>
        <a:bodyPr/>
        <a:lstStyle/>
        <a:p>
          <a:endParaRPr lang="en-US"/>
        </a:p>
      </dgm:t>
    </dgm:pt>
    <dgm:pt modelId="{9E160A6F-BE81-4B2E-BAAC-6F5FCCD5D63B}">
      <dgm:prSet/>
      <dgm:spPr/>
      <dgm:t>
        <a:bodyPr/>
        <a:lstStyle/>
        <a:p>
          <a:r>
            <a:rPr lang="en-US" b="1"/>
            <a:t>Total Time:</a:t>
          </a:r>
          <a:r>
            <a:rPr lang="en-US"/>
            <a:t> ~90 minutes</a:t>
          </a:r>
        </a:p>
      </dgm:t>
    </dgm:pt>
    <dgm:pt modelId="{D9F6F0EA-C889-4125-9D01-82B2E8D10D7C}" type="parTrans" cxnId="{F2AD1C30-4051-45CE-BE28-72E26F58229B}">
      <dgm:prSet/>
      <dgm:spPr/>
      <dgm:t>
        <a:bodyPr/>
        <a:lstStyle/>
        <a:p>
          <a:endParaRPr lang="en-US"/>
        </a:p>
      </dgm:t>
    </dgm:pt>
    <dgm:pt modelId="{98AC0A58-31BB-4A50-9A3B-078A3D3CF7AB}" type="sibTrans" cxnId="{F2AD1C30-4051-45CE-BE28-72E26F58229B}">
      <dgm:prSet/>
      <dgm:spPr/>
      <dgm:t>
        <a:bodyPr/>
        <a:lstStyle/>
        <a:p>
          <a:endParaRPr lang="en-US"/>
        </a:p>
      </dgm:t>
    </dgm:pt>
    <dgm:pt modelId="{C574EBAC-396B-F240-8A88-BC83DABEF2DC}" type="pres">
      <dgm:prSet presAssocID="{4A3F3D12-F2B6-462B-A547-C29EC973568D}" presName="linear" presStyleCnt="0">
        <dgm:presLayoutVars>
          <dgm:animLvl val="lvl"/>
          <dgm:resizeHandles val="exact"/>
        </dgm:presLayoutVars>
      </dgm:prSet>
      <dgm:spPr/>
    </dgm:pt>
    <dgm:pt modelId="{06E9EE0B-743C-6A48-96DE-FEA6535084B3}" type="pres">
      <dgm:prSet presAssocID="{D0E00846-4D75-49CF-A20A-5D09CECA37E8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939360D-2C07-0148-BA39-547261B2412C}" type="pres">
      <dgm:prSet presAssocID="{D0E00846-4D75-49CF-A20A-5D09CECA37E8}" presName="childText" presStyleLbl="revTx" presStyleIdx="0" presStyleCnt="6">
        <dgm:presLayoutVars>
          <dgm:bulletEnabled val="1"/>
        </dgm:presLayoutVars>
      </dgm:prSet>
      <dgm:spPr/>
    </dgm:pt>
    <dgm:pt modelId="{52992A27-E45D-294E-B1A2-9875D5009B10}" type="pres">
      <dgm:prSet presAssocID="{C5823A92-76A3-4846-ABF7-AED3799391EA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FF3C38E-9F9E-074D-80CD-60771D1E71D5}" type="pres">
      <dgm:prSet presAssocID="{C5823A92-76A3-4846-ABF7-AED3799391EA}" presName="childText" presStyleLbl="revTx" presStyleIdx="1" presStyleCnt="6">
        <dgm:presLayoutVars>
          <dgm:bulletEnabled val="1"/>
        </dgm:presLayoutVars>
      </dgm:prSet>
      <dgm:spPr/>
    </dgm:pt>
    <dgm:pt modelId="{28BA75C1-0C70-A64F-9C7C-8CB90B8C7BE0}" type="pres">
      <dgm:prSet presAssocID="{6E1F7446-20B7-478B-8A29-9E0362537D0E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F7F82EBB-9144-A94E-96F9-B3A1936EDEF5}" type="pres">
      <dgm:prSet presAssocID="{6E1F7446-20B7-478B-8A29-9E0362537D0E}" presName="childText" presStyleLbl="revTx" presStyleIdx="2" presStyleCnt="6">
        <dgm:presLayoutVars>
          <dgm:bulletEnabled val="1"/>
        </dgm:presLayoutVars>
      </dgm:prSet>
      <dgm:spPr/>
    </dgm:pt>
    <dgm:pt modelId="{7E75650B-FF21-EF45-8928-0A1C13B553DC}" type="pres">
      <dgm:prSet presAssocID="{5AE50C00-F1BB-4F43-8C76-3BE0BCE0BE32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3E1AB50-9488-3C4C-AD12-829200CC8F0D}" type="pres">
      <dgm:prSet presAssocID="{5AE50C00-F1BB-4F43-8C76-3BE0BCE0BE32}" presName="childText" presStyleLbl="revTx" presStyleIdx="3" presStyleCnt="6">
        <dgm:presLayoutVars>
          <dgm:bulletEnabled val="1"/>
        </dgm:presLayoutVars>
      </dgm:prSet>
      <dgm:spPr/>
    </dgm:pt>
    <dgm:pt modelId="{E7312FEB-7B47-DC44-8C49-872EBF3D1EE3}" type="pres">
      <dgm:prSet presAssocID="{43E2D30F-41F0-4E04-9015-A73B0EE96E09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382BBD34-19C6-2146-8380-5859FF6E98B2}" type="pres">
      <dgm:prSet presAssocID="{3CFCFAB6-A827-4603-B9BB-2FA488C0BE0B}" presName="spacer" presStyleCnt="0"/>
      <dgm:spPr/>
    </dgm:pt>
    <dgm:pt modelId="{C2D740E3-A421-EA47-9BA6-9A5BF1FB7D5D}" type="pres">
      <dgm:prSet presAssocID="{3E9146FA-DA60-4250-B384-852BC3FED626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588035C-7E4F-D043-B3F5-33F89CE71309}" type="pres">
      <dgm:prSet presAssocID="{3E9146FA-DA60-4250-B384-852BC3FED626}" presName="childText" presStyleLbl="revTx" presStyleIdx="4" presStyleCnt="6">
        <dgm:presLayoutVars>
          <dgm:bulletEnabled val="1"/>
        </dgm:presLayoutVars>
      </dgm:prSet>
      <dgm:spPr/>
    </dgm:pt>
    <dgm:pt modelId="{A8196312-BB4B-A44E-B928-865AC7D402D3}" type="pres">
      <dgm:prSet presAssocID="{9AF892E3-FD28-4E11-AECD-1C4D2515A77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A3D5BEC-FBCA-E84B-95E7-B995D39C6438}" type="pres">
      <dgm:prSet presAssocID="{9AF892E3-FD28-4E11-AECD-1C4D2515A770}" presName="childText" presStyleLbl="revTx" presStyleIdx="5" presStyleCnt="6">
        <dgm:presLayoutVars>
          <dgm:bulletEnabled val="1"/>
        </dgm:presLayoutVars>
      </dgm:prSet>
      <dgm:spPr/>
    </dgm:pt>
    <dgm:pt modelId="{D9E2FC3F-539D-8C40-87FF-CF6B0296D95F}" type="pres">
      <dgm:prSet presAssocID="{9E160A6F-BE81-4B2E-BAAC-6F5FCCD5D63B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01167300-2D3C-4813-8BD3-F29D7889F0E1}" srcId="{4A3F3D12-F2B6-462B-A547-C29EC973568D}" destId="{3E9146FA-DA60-4250-B384-852BC3FED626}" srcOrd="5" destOrd="0" parTransId="{7481C4B6-4CF7-4ED8-9A8C-B1520D63F6E2}" sibTransId="{C0534ADB-A9DC-40F2-BE4E-A2292D7AD8E8}"/>
    <dgm:cxn modelId="{86EE0804-A5CE-49D8-B6A3-FD13818BFDA7}" srcId="{D0E00846-4D75-49CF-A20A-5D09CECA37E8}" destId="{6D8F0A25-2E16-4D5A-98F9-039EB688930F}" srcOrd="0" destOrd="0" parTransId="{1532EAFA-C05B-4F70-88EE-3B0BEC644344}" sibTransId="{DA87248E-7800-4E84-A4B5-543E6384FE8A}"/>
    <dgm:cxn modelId="{94A34807-E8F2-4F80-A5FC-D8D6D5712EA0}" srcId="{9AF892E3-FD28-4E11-AECD-1C4D2515A770}" destId="{F19A3419-95CD-414A-A29A-2A9A5B6485F6}" srcOrd="0" destOrd="0" parTransId="{52A638F5-5DD8-4B91-9A44-6EFA9761159D}" sibTransId="{F499191C-CA6C-4FFA-8704-8FC17B422918}"/>
    <dgm:cxn modelId="{D7DD1E09-EC4C-B043-8165-1AB18A909508}" type="presOf" srcId="{2A841479-7B95-47D2-9262-4E4602B15AFF}" destId="{2A3D5BEC-FBCA-E84B-95E7-B995D39C6438}" srcOrd="0" destOrd="1" presId="urn:microsoft.com/office/officeart/2005/8/layout/vList2"/>
    <dgm:cxn modelId="{7CB6270A-1C7C-A34B-986B-96BA4FBEAEFD}" type="presOf" srcId="{9AF892E3-FD28-4E11-AECD-1C4D2515A770}" destId="{A8196312-BB4B-A44E-B928-865AC7D402D3}" srcOrd="0" destOrd="0" presId="urn:microsoft.com/office/officeart/2005/8/layout/vList2"/>
    <dgm:cxn modelId="{ED97020C-1A59-7C47-8173-09D7C99FC3F2}" type="presOf" srcId="{6D84A0AF-80CC-4EB9-8C54-FB31A08EC210}" destId="{1939360D-2C07-0148-BA39-547261B2412C}" srcOrd="0" destOrd="2" presId="urn:microsoft.com/office/officeart/2005/8/layout/vList2"/>
    <dgm:cxn modelId="{BB4F0612-1322-5149-9B58-C7EC3254CBC0}" type="presOf" srcId="{5AE50C00-F1BB-4F43-8C76-3BE0BCE0BE32}" destId="{7E75650B-FF21-EF45-8928-0A1C13B553DC}" srcOrd="0" destOrd="0" presId="urn:microsoft.com/office/officeart/2005/8/layout/vList2"/>
    <dgm:cxn modelId="{4F4F7C15-B7DD-4A0A-B1DE-A6ED0C8F3417}" srcId="{4A3F3D12-F2B6-462B-A547-C29EC973568D}" destId="{5AE50C00-F1BB-4F43-8C76-3BE0BCE0BE32}" srcOrd="3" destOrd="0" parTransId="{3A4FB4CB-2F8B-4B19-9733-0EDEED2208B6}" sibTransId="{50B659DB-8C3C-45C8-B459-28E4A658934E}"/>
    <dgm:cxn modelId="{4CD3A41A-5543-6D45-97BF-3DA84F87B575}" type="presOf" srcId="{D0E00846-4D75-49CF-A20A-5D09CECA37E8}" destId="{06E9EE0B-743C-6A48-96DE-FEA6535084B3}" srcOrd="0" destOrd="0" presId="urn:microsoft.com/office/officeart/2005/8/layout/vList2"/>
    <dgm:cxn modelId="{D63CB120-56D8-4C3D-881D-D5571E63BE0F}" srcId="{4A3F3D12-F2B6-462B-A547-C29EC973568D}" destId="{C5823A92-76A3-4846-ABF7-AED3799391EA}" srcOrd="1" destOrd="0" parTransId="{FEB176DA-5881-450D-AE93-8FE31B5AE95C}" sibTransId="{9211CF0B-05AC-4986-B802-29E5BB60A9E7}"/>
    <dgm:cxn modelId="{86B59B27-C9A9-4C7D-B8F3-908F056D8557}" srcId="{6E1F7446-20B7-478B-8A29-9E0362537D0E}" destId="{51B80819-771C-44BD-B29C-6FA28C524376}" srcOrd="0" destOrd="0" parTransId="{15CEC873-7476-4B0E-9059-A5AC6EFD0B5B}" sibTransId="{9840DD0E-D654-4973-B4A6-A77BECE3338F}"/>
    <dgm:cxn modelId="{CA63DE2D-74E0-EB4E-A836-321584988443}" type="presOf" srcId="{0587FC10-0388-475C-BD60-6DDF6AFCD9BF}" destId="{1939360D-2C07-0148-BA39-547261B2412C}" srcOrd="0" destOrd="1" presId="urn:microsoft.com/office/officeart/2005/8/layout/vList2"/>
    <dgm:cxn modelId="{F2AD1C30-4051-45CE-BE28-72E26F58229B}" srcId="{4A3F3D12-F2B6-462B-A547-C29EC973568D}" destId="{9E160A6F-BE81-4B2E-BAAC-6F5FCCD5D63B}" srcOrd="7" destOrd="0" parTransId="{D9F6F0EA-C889-4125-9D01-82B2E8D10D7C}" sibTransId="{98AC0A58-31BB-4A50-9A3B-078A3D3CF7AB}"/>
    <dgm:cxn modelId="{64DFEC32-8AFC-EE48-B888-138F0FBBFE43}" type="presOf" srcId="{DDE75042-6729-462F-8DDB-3BB090E940C6}" destId="{9588035C-7E4F-D043-B3F5-33F89CE71309}" srcOrd="0" destOrd="1" presId="urn:microsoft.com/office/officeart/2005/8/layout/vList2"/>
    <dgm:cxn modelId="{FE218134-4FB3-48BC-A855-19A2DD97DC00}" srcId="{3E9146FA-DA60-4250-B384-852BC3FED626}" destId="{8A421C15-B1E2-4BDC-BF2B-6A481CE8DCF4}" srcOrd="2" destOrd="0" parTransId="{5D5BBCF6-1D71-45B9-840C-400077FB5F12}" sibTransId="{DA45B878-0725-4B07-B21E-B3198B3D71A5}"/>
    <dgm:cxn modelId="{AAA89B36-F36B-4886-B92E-DFF3C5AF012E}" srcId="{9AF892E3-FD28-4E11-AECD-1C4D2515A770}" destId="{2A841479-7B95-47D2-9262-4E4602B15AFF}" srcOrd="1" destOrd="0" parTransId="{34B227C4-2AAF-43A2-9451-9FAA2799BF28}" sibTransId="{7DDBA753-2B54-4201-9141-775F157EECB3}"/>
    <dgm:cxn modelId="{8FDF4638-4DF7-C64E-89A8-7D61B51321AC}" type="presOf" srcId="{C5F10F9A-03C8-4875-B792-35C44A668C46}" destId="{53E1AB50-9488-3C4C-AD12-829200CC8F0D}" srcOrd="0" destOrd="0" presId="urn:microsoft.com/office/officeart/2005/8/layout/vList2"/>
    <dgm:cxn modelId="{B1C18041-8EB4-4E34-BF1B-EA8AE2439660}" srcId="{C5823A92-76A3-4846-ABF7-AED3799391EA}" destId="{9E0E9F18-46C0-4FAD-8EBA-61FF664EDA27}" srcOrd="0" destOrd="0" parTransId="{D41B72D9-D16B-4EDD-B713-896B8F6FFBBD}" sibTransId="{88DC6F59-237C-4A5A-9A01-F494E4DEC498}"/>
    <dgm:cxn modelId="{2F362755-2F8A-43CC-B661-CAB09F603FDE}" srcId="{4A3F3D12-F2B6-462B-A547-C29EC973568D}" destId="{6E1F7446-20B7-478B-8A29-9E0362537D0E}" srcOrd="2" destOrd="0" parTransId="{429309FF-4237-4681-8751-5E99C5D76B41}" sibTransId="{035A6157-E67F-490D-BBFF-8C30EAE9C070}"/>
    <dgm:cxn modelId="{1A50F75E-0EFD-41B9-A6C0-7800A7E62975}" srcId="{D0E00846-4D75-49CF-A20A-5D09CECA37E8}" destId="{0587FC10-0388-475C-BD60-6DDF6AFCD9BF}" srcOrd="1" destOrd="0" parTransId="{1615C15D-7A21-407A-9998-CC2CCB46F3C7}" sibTransId="{827BB0B3-34A4-4AFE-8C00-56A60B46C47F}"/>
    <dgm:cxn modelId="{07008C6F-F6E2-4906-B85D-BE37EB7B5EF5}" srcId="{4A3F3D12-F2B6-462B-A547-C29EC973568D}" destId="{43E2D30F-41F0-4E04-9015-A73B0EE96E09}" srcOrd="4" destOrd="0" parTransId="{558729B2-B7AA-46D0-A984-B39C54D4674B}" sibTransId="{3CFCFAB6-A827-4603-B9BB-2FA488C0BE0B}"/>
    <dgm:cxn modelId="{5B564581-FE4D-534F-812A-7906DE4676D3}" type="presOf" srcId="{8A421C15-B1E2-4BDC-BF2B-6A481CE8DCF4}" destId="{9588035C-7E4F-D043-B3F5-33F89CE71309}" srcOrd="0" destOrd="2" presId="urn:microsoft.com/office/officeart/2005/8/layout/vList2"/>
    <dgm:cxn modelId="{8E7A8384-6A2B-4E8D-99EE-1478726541F3}" srcId="{4A3F3D12-F2B6-462B-A547-C29EC973568D}" destId="{9AF892E3-FD28-4E11-AECD-1C4D2515A770}" srcOrd="6" destOrd="0" parTransId="{35A8AFE0-346D-4CBD-A1EA-B27D4D65370C}" sibTransId="{C1E4ACA1-D653-40E5-9FAF-17ECB7EEE493}"/>
    <dgm:cxn modelId="{DBF2B388-BBF4-3741-A62F-424E0DF962F4}" type="presOf" srcId="{9E0E9F18-46C0-4FAD-8EBA-61FF664EDA27}" destId="{AFF3C38E-9F9E-074D-80CD-60771D1E71D5}" srcOrd="0" destOrd="0" presId="urn:microsoft.com/office/officeart/2005/8/layout/vList2"/>
    <dgm:cxn modelId="{3EE79489-1D19-4C04-83C4-FFF64627D461}" srcId="{C5823A92-76A3-4846-ABF7-AED3799391EA}" destId="{C81923B0-2882-4DF8-9E6A-090B9D01130E}" srcOrd="1" destOrd="0" parTransId="{66DD3E26-C484-4F4A-9CAE-94885DAB3D86}" sibTransId="{1BC8B689-21BF-4D03-B73F-F115F0301E0A}"/>
    <dgm:cxn modelId="{4F25AF98-9910-294E-9358-C4E70C5C0A8A}" type="presOf" srcId="{6E1F7446-20B7-478B-8A29-9E0362537D0E}" destId="{28BA75C1-0C70-A64F-9C7C-8CB90B8C7BE0}" srcOrd="0" destOrd="0" presId="urn:microsoft.com/office/officeart/2005/8/layout/vList2"/>
    <dgm:cxn modelId="{32A32199-AB8B-7046-8B33-8C381B4C2A44}" type="presOf" srcId="{C5823A92-76A3-4846-ABF7-AED3799391EA}" destId="{52992A27-E45D-294E-B1A2-9875D5009B10}" srcOrd="0" destOrd="0" presId="urn:microsoft.com/office/officeart/2005/8/layout/vList2"/>
    <dgm:cxn modelId="{B7B6399A-7846-2844-B7E7-56700644DECB}" type="presOf" srcId="{9E160A6F-BE81-4B2E-BAAC-6F5FCCD5D63B}" destId="{D9E2FC3F-539D-8C40-87FF-CF6B0296D95F}" srcOrd="0" destOrd="0" presId="urn:microsoft.com/office/officeart/2005/8/layout/vList2"/>
    <dgm:cxn modelId="{B075929A-ED61-CA46-B85D-B9FFE866DCCC}" type="presOf" srcId="{6D8F0A25-2E16-4D5A-98F9-039EB688930F}" destId="{1939360D-2C07-0148-BA39-547261B2412C}" srcOrd="0" destOrd="0" presId="urn:microsoft.com/office/officeart/2005/8/layout/vList2"/>
    <dgm:cxn modelId="{45FB80A6-B29A-5D47-B161-4E7FA342F0E1}" type="presOf" srcId="{3E9146FA-DA60-4250-B384-852BC3FED626}" destId="{C2D740E3-A421-EA47-9BA6-9A5BF1FB7D5D}" srcOrd="0" destOrd="0" presId="urn:microsoft.com/office/officeart/2005/8/layout/vList2"/>
    <dgm:cxn modelId="{0BD9A0AD-F9C6-804F-BF35-58A74F76116A}" type="presOf" srcId="{4A3F3D12-F2B6-462B-A547-C29EC973568D}" destId="{C574EBAC-396B-F240-8A88-BC83DABEF2DC}" srcOrd="0" destOrd="0" presId="urn:microsoft.com/office/officeart/2005/8/layout/vList2"/>
    <dgm:cxn modelId="{DA6E9BAF-9E06-425E-A242-2C4BD49A5F19}" srcId="{5AE50C00-F1BB-4F43-8C76-3BE0BCE0BE32}" destId="{C5F10F9A-03C8-4875-B792-35C44A668C46}" srcOrd="0" destOrd="0" parTransId="{30B37A0A-13CB-4A43-9DB4-31592B60B340}" sibTransId="{DA3F1926-825F-43A9-8A14-F72135F4A088}"/>
    <dgm:cxn modelId="{E9E838BA-43C5-9F49-84CE-89F9125566FB}" type="presOf" srcId="{C81923B0-2882-4DF8-9E6A-090B9D01130E}" destId="{AFF3C38E-9F9E-074D-80CD-60771D1E71D5}" srcOrd="0" destOrd="1" presId="urn:microsoft.com/office/officeart/2005/8/layout/vList2"/>
    <dgm:cxn modelId="{240A9CC0-55BA-CE4C-A7A9-DE17A4FF7B23}" type="presOf" srcId="{51B80819-771C-44BD-B29C-6FA28C524376}" destId="{F7F82EBB-9144-A94E-96F9-B3A1936EDEF5}" srcOrd="0" destOrd="0" presId="urn:microsoft.com/office/officeart/2005/8/layout/vList2"/>
    <dgm:cxn modelId="{731A74CD-791A-5945-AEB6-C8AB3B965243}" type="presOf" srcId="{F19A3419-95CD-414A-A29A-2A9A5B6485F6}" destId="{2A3D5BEC-FBCA-E84B-95E7-B995D39C6438}" srcOrd="0" destOrd="0" presId="urn:microsoft.com/office/officeart/2005/8/layout/vList2"/>
    <dgm:cxn modelId="{7F3CD2CD-63DA-48DD-94D8-C36F67C241B0}" srcId="{D0E00846-4D75-49CF-A20A-5D09CECA37E8}" destId="{6D84A0AF-80CC-4EB9-8C54-FB31A08EC210}" srcOrd="2" destOrd="0" parTransId="{4196D4B2-35DA-4D31-8131-521C29F8325C}" sibTransId="{0D49C79F-640C-46ED-986F-40E282933950}"/>
    <dgm:cxn modelId="{691F3BD2-1197-4F93-9C45-B5AA110AE018}" srcId="{3E9146FA-DA60-4250-B384-852BC3FED626}" destId="{5C576861-CC11-4633-9402-2116198E93CB}" srcOrd="0" destOrd="0" parTransId="{BBE452AE-1352-4464-845F-96A3ADCBE748}" sibTransId="{DDF81D2E-386D-4131-883D-A085F88B75C1}"/>
    <dgm:cxn modelId="{79A68EDA-8C3B-4F6F-8538-95A0E291C107}" srcId="{3E9146FA-DA60-4250-B384-852BC3FED626}" destId="{DDE75042-6729-462F-8DDB-3BB090E940C6}" srcOrd="1" destOrd="0" parTransId="{DC5209B8-E55E-41AF-8F0A-438490EF6633}" sibTransId="{D60DB6C4-273E-4304-B9D7-010873E770CD}"/>
    <dgm:cxn modelId="{0E9E62E4-40C6-4480-A06A-77D4B1A53DAA}" srcId="{4A3F3D12-F2B6-462B-A547-C29EC973568D}" destId="{D0E00846-4D75-49CF-A20A-5D09CECA37E8}" srcOrd="0" destOrd="0" parTransId="{B476B8A4-084A-42FC-B358-7E4CE3B57B09}" sibTransId="{95A6EC74-A29F-4CED-B985-EBD22DD8A17B}"/>
    <dgm:cxn modelId="{C3FDFAE5-4987-524B-AD0D-46BF64DE31ED}" type="presOf" srcId="{43E2D30F-41F0-4E04-9015-A73B0EE96E09}" destId="{E7312FEB-7B47-DC44-8C49-872EBF3D1EE3}" srcOrd="0" destOrd="0" presId="urn:microsoft.com/office/officeart/2005/8/layout/vList2"/>
    <dgm:cxn modelId="{F70126EE-63CD-EF45-A094-B3F11DED6C76}" type="presOf" srcId="{5C576861-CC11-4633-9402-2116198E93CB}" destId="{9588035C-7E4F-D043-B3F5-33F89CE71309}" srcOrd="0" destOrd="0" presId="urn:microsoft.com/office/officeart/2005/8/layout/vList2"/>
    <dgm:cxn modelId="{A6CBD461-6472-2F47-BD4F-4F4BAEB2F752}" type="presParOf" srcId="{C574EBAC-396B-F240-8A88-BC83DABEF2DC}" destId="{06E9EE0B-743C-6A48-96DE-FEA6535084B3}" srcOrd="0" destOrd="0" presId="urn:microsoft.com/office/officeart/2005/8/layout/vList2"/>
    <dgm:cxn modelId="{680ACD67-893F-3348-81CF-AC501B2F2888}" type="presParOf" srcId="{C574EBAC-396B-F240-8A88-BC83DABEF2DC}" destId="{1939360D-2C07-0148-BA39-547261B2412C}" srcOrd="1" destOrd="0" presId="urn:microsoft.com/office/officeart/2005/8/layout/vList2"/>
    <dgm:cxn modelId="{5F2E9852-4925-624A-A641-D9C40796BCA9}" type="presParOf" srcId="{C574EBAC-396B-F240-8A88-BC83DABEF2DC}" destId="{52992A27-E45D-294E-B1A2-9875D5009B10}" srcOrd="2" destOrd="0" presId="urn:microsoft.com/office/officeart/2005/8/layout/vList2"/>
    <dgm:cxn modelId="{DEF71922-B027-4447-9300-56375D24A671}" type="presParOf" srcId="{C574EBAC-396B-F240-8A88-BC83DABEF2DC}" destId="{AFF3C38E-9F9E-074D-80CD-60771D1E71D5}" srcOrd="3" destOrd="0" presId="urn:microsoft.com/office/officeart/2005/8/layout/vList2"/>
    <dgm:cxn modelId="{E2AAF409-9434-9C41-B9DB-36F3C2A23D6D}" type="presParOf" srcId="{C574EBAC-396B-F240-8A88-BC83DABEF2DC}" destId="{28BA75C1-0C70-A64F-9C7C-8CB90B8C7BE0}" srcOrd="4" destOrd="0" presId="urn:microsoft.com/office/officeart/2005/8/layout/vList2"/>
    <dgm:cxn modelId="{4180B0E1-0F40-FE44-BC48-B476D266573F}" type="presParOf" srcId="{C574EBAC-396B-F240-8A88-BC83DABEF2DC}" destId="{F7F82EBB-9144-A94E-96F9-B3A1936EDEF5}" srcOrd="5" destOrd="0" presId="urn:microsoft.com/office/officeart/2005/8/layout/vList2"/>
    <dgm:cxn modelId="{AD5D2B78-115F-2141-9C6B-EC0574F2E5A8}" type="presParOf" srcId="{C574EBAC-396B-F240-8A88-BC83DABEF2DC}" destId="{7E75650B-FF21-EF45-8928-0A1C13B553DC}" srcOrd="6" destOrd="0" presId="urn:microsoft.com/office/officeart/2005/8/layout/vList2"/>
    <dgm:cxn modelId="{960AE4EE-04F9-2E4B-A0C3-49F47874FCB0}" type="presParOf" srcId="{C574EBAC-396B-F240-8A88-BC83DABEF2DC}" destId="{53E1AB50-9488-3C4C-AD12-829200CC8F0D}" srcOrd="7" destOrd="0" presId="urn:microsoft.com/office/officeart/2005/8/layout/vList2"/>
    <dgm:cxn modelId="{9DB18D8A-CEEC-EF44-A17B-A73999A93362}" type="presParOf" srcId="{C574EBAC-396B-F240-8A88-BC83DABEF2DC}" destId="{E7312FEB-7B47-DC44-8C49-872EBF3D1EE3}" srcOrd="8" destOrd="0" presId="urn:microsoft.com/office/officeart/2005/8/layout/vList2"/>
    <dgm:cxn modelId="{CE6FCDDB-A12D-6948-83E2-E5CCB6BB0F80}" type="presParOf" srcId="{C574EBAC-396B-F240-8A88-BC83DABEF2DC}" destId="{382BBD34-19C6-2146-8380-5859FF6E98B2}" srcOrd="9" destOrd="0" presId="urn:microsoft.com/office/officeart/2005/8/layout/vList2"/>
    <dgm:cxn modelId="{2AB387ED-467E-B440-9841-6058BE65E91E}" type="presParOf" srcId="{C574EBAC-396B-F240-8A88-BC83DABEF2DC}" destId="{C2D740E3-A421-EA47-9BA6-9A5BF1FB7D5D}" srcOrd="10" destOrd="0" presId="urn:microsoft.com/office/officeart/2005/8/layout/vList2"/>
    <dgm:cxn modelId="{B2799028-681A-AE4A-8A76-9AAC51EF4FEA}" type="presParOf" srcId="{C574EBAC-396B-F240-8A88-BC83DABEF2DC}" destId="{9588035C-7E4F-D043-B3F5-33F89CE71309}" srcOrd="11" destOrd="0" presId="urn:microsoft.com/office/officeart/2005/8/layout/vList2"/>
    <dgm:cxn modelId="{C9E31751-569B-4846-B8AA-90212DA786A9}" type="presParOf" srcId="{C574EBAC-396B-F240-8A88-BC83DABEF2DC}" destId="{A8196312-BB4B-A44E-B928-865AC7D402D3}" srcOrd="12" destOrd="0" presId="urn:microsoft.com/office/officeart/2005/8/layout/vList2"/>
    <dgm:cxn modelId="{F5C13245-3CE4-6045-91A4-13926F401AEE}" type="presParOf" srcId="{C574EBAC-396B-F240-8A88-BC83DABEF2DC}" destId="{2A3D5BEC-FBCA-E84B-95E7-B995D39C6438}" srcOrd="13" destOrd="0" presId="urn:microsoft.com/office/officeart/2005/8/layout/vList2"/>
    <dgm:cxn modelId="{C6A32C6B-B4E3-BD4F-ADCC-974C38DADA56}" type="presParOf" srcId="{C574EBAC-396B-F240-8A88-BC83DABEF2DC}" destId="{D9E2FC3F-539D-8C40-87FF-CF6B0296D95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89E0C7-F5F1-47D8-A777-5D91D27EA07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70FFFD-82E4-45C3-825E-67BE6C2FC0F7}">
      <dgm:prSet/>
      <dgm:spPr/>
      <dgm:t>
        <a:bodyPr/>
        <a:lstStyle/>
        <a:p>
          <a:r>
            <a:rPr lang="en-US" b="1" dirty="0"/>
            <a:t>ETL Job Tasks: Data Quality Issues Fixed:</a:t>
          </a:r>
          <a:endParaRPr lang="en-US" dirty="0"/>
        </a:p>
      </dgm:t>
    </dgm:pt>
    <dgm:pt modelId="{CB25496C-1ACE-4212-8FAE-3195C39D3191}" type="parTrans" cxnId="{04A8A576-21EB-4108-B39E-A9874CA51729}">
      <dgm:prSet/>
      <dgm:spPr/>
      <dgm:t>
        <a:bodyPr/>
        <a:lstStyle/>
        <a:p>
          <a:endParaRPr lang="en-US"/>
        </a:p>
      </dgm:t>
    </dgm:pt>
    <dgm:pt modelId="{3B119493-5084-49B5-B4EC-8B6BE6DAF9B8}" type="sibTrans" cxnId="{04A8A576-21EB-4108-B39E-A9874CA51729}">
      <dgm:prSet/>
      <dgm:spPr/>
      <dgm:t>
        <a:bodyPr/>
        <a:lstStyle/>
        <a:p>
          <a:endParaRPr lang="en-US"/>
        </a:p>
      </dgm:t>
    </dgm:pt>
    <dgm:pt modelId="{D8FD9046-F015-4368-8429-B9C1C64D87C7}">
      <dgm:prSet/>
      <dgm:spPr/>
      <dgm:t>
        <a:bodyPr/>
        <a:lstStyle/>
        <a:p>
          <a:r>
            <a:rPr lang="en-US"/>
            <a:t>✅ Column names with spaces ( Disease_ID → Disease_ID)</a:t>
          </a:r>
        </a:p>
      </dgm:t>
    </dgm:pt>
    <dgm:pt modelId="{BB0E7DD3-7701-4C58-8675-0DA6B3941B74}" type="parTrans" cxnId="{A400BC1E-0221-4301-8F7B-B053B503D996}">
      <dgm:prSet/>
      <dgm:spPr/>
      <dgm:t>
        <a:bodyPr/>
        <a:lstStyle/>
        <a:p>
          <a:endParaRPr lang="en-US"/>
        </a:p>
      </dgm:t>
    </dgm:pt>
    <dgm:pt modelId="{49B2512D-1D5C-4E51-B436-FD2A08CDA721}" type="sibTrans" cxnId="{A400BC1E-0221-4301-8F7B-B053B503D996}">
      <dgm:prSet/>
      <dgm:spPr/>
      <dgm:t>
        <a:bodyPr/>
        <a:lstStyle/>
        <a:p>
          <a:endParaRPr lang="en-US"/>
        </a:p>
      </dgm:t>
    </dgm:pt>
    <dgm:pt modelId="{605A8F0F-4ED4-4035-8C27-04AC357B3B13}">
      <dgm:prSet/>
      <dgm:spPr/>
      <dgm:t>
        <a:bodyPr/>
        <a:lstStyle/>
        <a:p>
          <a:r>
            <a:rPr lang="en-US"/>
            <a:t>✅ NaN values replaced with NULL</a:t>
          </a:r>
        </a:p>
      </dgm:t>
    </dgm:pt>
    <dgm:pt modelId="{04D57034-1FE2-4E55-BCF6-9A8532752992}" type="parTrans" cxnId="{B1E57F93-052A-4798-B616-8964F1D8CA7D}">
      <dgm:prSet/>
      <dgm:spPr/>
      <dgm:t>
        <a:bodyPr/>
        <a:lstStyle/>
        <a:p>
          <a:endParaRPr lang="en-US"/>
        </a:p>
      </dgm:t>
    </dgm:pt>
    <dgm:pt modelId="{EB0AE6FD-8B02-48F4-9E56-E6CBD5BD44DF}" type="sibTrans" cxnId="{B1E57F93-052A-4798-B616-8964F1D8CA7D}">
      <dgm:prSet/>
      <dgm:spPr/>
      <dgm:t>
        <a:bodyPr/>
        <a:lstStyle/>
        <a:p>
          <a:endParaRPr lang="en-US"/>
        </a:p>
      </dgm:t>
    </dgm:pt>
    <dgm:pt modelId="{6CAF4D55-C652-4DEF-AFAA-30C1DDA37EE0}">
      <dgm:prSet/>
      <dgm:spPr/>
      <dgm:t>
        <a:bodyPr/>
        <a:lstStyle/>
        <a:p>
          <a:r>
            <a:rPr lang="en-US"/>
            <a:t>✅ Data type conversions (strings → integers, dates)</a:t>
          </a:r>
        </a:p>
      </dgm:t>
    </dgm:pt>
    <dgm:pt modelId="{BD5CAAC8-66BD-4608-86E1-18654DC11A32}" type="parTrans" cxnId="{6EA0EC64-C37F-4FC5-B9DE-C9EB4256CC7D}">
      <dgm:prSet/>
      <dgm:spPr/>
      <dgm:t>
        <a:bodyPr/>
        <a:lstStyle/>
        <a:p>
          <a:endParaRPr lang="en-US"/>
        </a:p>
      </dgm:t>
    </dgm:pt>
    <dgm:pt modelId="{65F7F416-1427-43E7-84B3-24DADB814DC9}" type="sibTrans" cxnId="{6EA0EC64-C37F-4FC5-B9DE-C9EB4256CC7D}">
      <dgm:prSet/>
      <dgm:spPr/>
      <dgm:t>
        <a:bodyPr/>
        <a:lstStyle/>
        <a:p>
          <a:endParaRPr lang="en-US"/>
        </a:p>
      </dgm:t>
    </dgm:pt>
    <dgm:pt modelId="{32BED2EE-26EE-41EC-A1E4-332FCA1CAD1E}">
      <dgm:prSet/>
      <dgm:spPr/>
      <dgm:t>
        <a:bodyPr/>
        <a:lstStyle/>
        <a:p>
          <a:r>
            <a:rPr lang="en-US"/>
            <a:t>✅ Duplicate records removed</a:t>
          </a:r>
        </a:p>
      </dgm:t>
    </dgm:pt>
    <dgm:pt modelId="{761774E8-9C9C-4362-B08B-CE58E5FFB226}" type="parTrans" cxnId="{2D0217A3-40A3-4EB0-B7E6-02D8A0314E73}">
      <dgm:prSet/>
      <dgm:spPr/>
      <dgm:t>
        <a:bodyPr/>
        <a:lstStyle/>
        <a:p>
          <a:endParaRPr lang="en-US"/>
        </a:p>
      </dgm:t>
    </dgm:pt>
    <dgm:pt modelId="{A38C8CA6-244B-427A-8011-15D0CD1586A9}" type="sibTrans" cxnId="{2D0217A3-40A3-4EB0-B7E6-02D8A0314E73}">
      <dgm:prSet/>
      <dgm:spPr/>
      <dgm:t>
        <a:bodyPr/>
        <a:lstStyle/>
        <a:p>
          <a:endParaRPr lang="en-US"/>
        </a:p>
      </dgm:t>
    </dgm:pt>
    <dgm:pt modelId="{F1F617C9-391D-49DC-954D-6A6283D5FD4F}">
      <dgm:prSet/>
      <dgm:spPr/>
      <dgm:t>
        <a:bodyPr/>
        <a:lstStyle/>
        <a:p>
          <a:r>
            <a:rPr lang="en-US"/>
            <a:t>✅ Missing values handled</a:t>
          </a:r>
        </a:p>
      </dgm:t>
    </dgm:pt>
    <dgm:pt modelId="{0F12EF33-1C71-4BAD-BF64-9D5CE7C1ADE4}" type="parTrans" cxnId="{429D0FA9-0820-4875-A505-1FF93F11F962}">
      <dgm:prSet/>
      <dgm:spPr/>
      <dgm:t>
        <a:bodyPr/>
        <a:lstStyle/>
        <a:p>
          <a:endParaRPr lang="en-US"/>
        </a:p>
      </dgm:t>
    </dgm:pt>
    <dgm:pt modelId="{3B7C8A7E-FDBB-49C2-971F-940510EBE686}" type="sibTrans" cxnId="{429D0FA9-0820-4875-A505-1FF93F11F962}">
      <dgm:prSet/>
      <dgm:spPr/>
      <dgm:t>
        <a:bodyPr/>
        <a:lstStyle/>
        <a:p>
          <a:endParaRPr lang="en-US"/>
        </a:p>
      </dgm:t>
    </dgm:pt>
    <dgm:pt modelId="{6CF150D3-A629-2241-B4A9-E785C54C0C64}" type="pres">
      <dgm:prSet presAssocID="{5189E0C7-F5F1-47D8-A777-5D91D27EA078}" presName="vert0" presStyleCnt="0">
        <dgm:presLayoutVars>
          <dgm:dir/>
          <dgm:animOne val="branch"/>
          <dgm:animLvl val="lvl"/>
        </dgm:presLayoutVars>
      </dgm:prSet>
      <dgm:spPr/>
    </dgm:pt>
    <dgm:pt modelId="{4F1432CD-10B2-C94C-A9D6-EC2899FECF78}" type="pres">
      <dgm:prSet presAssocID="{3870FFFD-82E4-45C3-825E-67BE6C2FC0F7}" presName="thickLine" presStyleLbl="alignNode1" presStyleIdx="0" presStyleCnt="6"/>
      <dgm:spPr/>
    </dgm:pt>
    <dgm:pt modelId="{58834CFC-4D54-9041-8F17-F2915E4E913B}" type="pres">
      <dgm:prSet presAssocID="{3870FFFD-82E4-45C3-825E-67BE6C2FC0F7}" presName="horz1" presStyleCnt="0"/>
      <dgm:spPr/>
    </dgm:pt>
    <dgm:pt modelId="{E73DB311-26F7-D943-96F7-65450FA36365}" type="pres">
      <dgm:prSet presAssocID="{3870FFFD-82E4-45C3-825E-67BE6C2FC0F7}" presName="tx1" presStyleLbl="revTx" presStyleIdx="0" presStyleCnt="6"/>
      <dgm:spPr/>
    </dgm:pt>
    <dgm:pt modelId="{53D41267-2761-2046-9FDA-613984CE947D}" type="pres">
      <dgm:prSet presAssocID="{3870FFFD-82E4-45C3-825E-67BE6C2FC0F7}" presName="vert1" presStyleCnt="0"/>
      <dgm:spPr/>
    </dgm:pt>
    <dgm:pt modelId="{FAB49123-9C8A-4D4D-8697-EE3F435AA24D}" type="pres">
      <dgm:prSet presAssocID="{D8FD9046-F015-4368-8429-B9C1C64D87C7}" presName="thickLine" presStyleLbl="alignNode1" presStyleIdx="1" presStyleCnt="6"/>
      <dgm:spPr/>
    </dgm:pt>
    <dgm:pt modelId="{5C4D048F-B48B-4441-8229-93EBC3353D3F}" type="pres">
      <dgm:prSet presAssocID="{D8FD9046-F015-4368-8429-B9C1C64D87C7}" presName="horz1" presStyleCnt="0"/>
      <dgm:spPr/>
    </dgm:pt>
    <dgm:pt modelId="{1A9C9600-7A72-1542-A3AC-6CD349259646}" type="pres">
      <dgm:prSet presAssocID="{D8FD9046-F015-4368-8429-B9C1C64D87C7}" presName="tx1" presStyleLbl="revTx" presStyleIdx="1" presStyleCnt="6"/>
      <dgm:spPr/>
    </dgm:pt>
    <dgm:pt modelId="{7921452F-49B5-134A-8B75-D35D3CBECC8C}" type="pres">
      <dgm:prSet presAssocID="{D8FD9046-F015-4368-8429-B9C1C64D87C7}" presName="vert1" presStyleCnt="0"/>
      <dgm:spPr/>
    </dgm:pt>
    <dgm:pt modelId="{6D645046-008E-E44B-AF7D-7D92C69FB4D9}" type="pres">
      <dgm:prSet presAssocID="{605A8F0F-4ED4-4035-8C27-04AC357B3B13}" presName="thickLine" presStyleLbl="alignNode1" presStyleIdx="2" presStyleCnt="6"/>
      <dgm:spPr/>
    </dgm:pt>
    <dgm:pt modelId="{CAE706BB-BCA5-3548-990E-E37848C57A16}" type="pres">
      <dgm:prSet presAssocID="{605A8F0F-4ED4-4035-8C27-04AC357B3B13}" presName="horz1" presStyleCnt="0"/>
      <dgm:spPr/>
    </dgm:pt>
    <dgm:pt modelId="{83EBA845-38B9-F54E-AA8C-2B761E60762A}" type="pres">
      <dgm:prSet presAssocID="{605A8F0F-4ED4-4035-8C27-04AC357B3B13}" presName="tx1" presStyleLbl="revTx" presStyleIdx="2" presStyleCnt="6"/>
      <dgm:spPr/>
    </dgm:pt>
    <dgm:pt modelId="{9B888C90-8F67-4D44-881A-7D541666B7D7}" type="pres">
      <dgm:prSet presAssocID="{605A8F0F-4ED4-4035-8C27-04AC357B3B13}" presName="vert1" presStyleCnt="0"/>
      <dgm:spPr/>
    </dgm:pt>
    <dgm:pt modelId="{682783AD-57F7-6949-A566-A70763C72392}" type="pres">
      <dgm:prSet presAssocID="{6CAF4D55-C652-4DEF-AFAA-30C1DDA37EE0}" presName="thickLine" presStyleLbl="alignNode1" presStyleIdx="3" presStyleCnt="6"/>
      <dgm:spPr/>
    </dgm:pt>
    <dgm:pt modelId="{029D8E42-B4FD-714D-B0B3-758235C42037}" type="pres">
      <dgm:prSet presAssocID="{6CAF4D55-C652-4DEF-AFAA-30C1DDA37EE0}" presName="horz1" presStyleCnt="0"/>
      <dgm:spPr/>
    </dgm:pt>
    <dgm:pt modelId="{DAE02B21-B6DD-BF44-9C65-EDE973163BAB}" type="pres">
      <dgm:prSet presAssocID="{6CAF4D55-C652-4DEF-AFAA-30C1DDA37EE0}" presName="tx1" presStyleLbl="revTx" presStyleIdx="3" presStyleCnt="6"/>
      <dgm:spPr/>
    </dgm:pt>
    <dgm:pt modelId="{7BFDC0CA-D9B0-2B42-94FB-B7159F0AA604}" type="pres">
      <dgm:prSet presAssocID="{6CAF4D55-C652-4DEF-AFAA-30C1DDA37EE0}" presName="vert1" presStyleCnt="0"/>
      <dgm:spPr/>
    </dgm:pt>
    <dgm:pt modelId="{2000DDA1-2761-6E40-8C0C-2AB26DEBF111}" type="pres">
      <dgm:prSet presAssocID="{32BED2EE-26EE-41EC-A1E4-332FCA1CAD1E}" presName="thickLine" presStyleLbl="alignNode1" presStyleIdx="4" presStyleCnt="6"/>
      <dgm:spPr/>
    </dgm:pt>
    <dgm:pt modelId="{F5B7440B-895E-914D-81A5-3ABDA073860E}" type="pres">
      <dgm:prSet presAssocID="{32BED2EE-26EE-41EC-A1E4-332FCA1CAD1E}" presName="horz1" presStyleCnt="0"/>
      <dgm:spPr/>
    </dgm:pt>
    <dgm:pt modelId="{C0C9FAC3-0C42-B543-B54C-846D8FD8AA5D}" type="pres">
      <dgm:prSet presAssocID="{32BED2EE-26EE-41EC-A1E4-332FCA1CAD1E}" presName="tx1" presStyleLbl="revTx" presStyleIdx="4" presStyleCnt="6"/>
      <dgm:spPr/>
    </dgm:pt>
    <dgm:pt modelId="{20CC0AE7-64DE-1041-94AF-7AE596D40BA1}" type="pres">
      <dgm:prSet presAssocID="{32BED2EE-26EE-41EC-A1E4-332FCA1CAD1E}" presName="vert1" presStyleCnt="0"/>
      <dgm:spPr/>
    </dgm:pt>
    <dgm:pt modelId="{CE998EAD-0166-FA43-BAC5-F4BD4F218B93}" type="pres">
      <dgm:prSet presAssocID="{F1F617C9-391D-49DC-954D-6A6283D5FD4F}" presName="thickLine" presStyleLbl="alignNode1" presStyleIdx="5" presStyleCnt="6"/>
      <dgm:spPr/>
    </dgm:pt>
    <dgm:pt modelId="{A5BD433A-AA1A-B046-BEDE-150383F4B85E}" type="pres">
      <dgm:prSet presAssocID="{F1F617C9-391D-49DC-954D-6A6283D5FD4F}" presName="horz1" presStyleCnt="0"/>
      <dgm:spPr/>
    </dgm:pt>
    <dgm:pt modelId="{C174CBF5-E672-DB4F-B801-EB821D524285}" type="pres">
      <dgm:prSet presAssocID="{F1F617C9-391D-49DC-954D-6A6283D5FD4F}" presName="tx1" presStyleLbl="revTx" presStyleIdx="5" presStyleCnt="6"/>
      <dgm:spPr/>
    </dgm:pt>
    <dgm:pt modelId="{36172A47-2CE7-D04C-811F-33425C3AAD29}" type="pres">
      <dgm:prSet presAssocID="{F1F617C9-391D-49DC-954D-6A6283D5FD4F}" presName="vert1" presStyleCnt="0"/>
      <dgm:spPr/>
    </dgm:pt>
  </dgm:ptLst>
  <dgm:cxnLst>
    <dgm:cxn modelId="{023D3701-4829-1346-A679-50608A1B479B}" type="presOf" srcId="{D8FD9046-F015-4368-8429-B9C1C64D87C7}" destId="{1A9C9600-7A72-1542-A3AC-6CD349259646}" srcOrd="0" destOrd="0" presId="urn:microsoft.com/office/officeart/2008/layout/LinedList"/>
    <dgm:cxn modelId="{A400BC1E-0221-4301-8F7B-B053B503D996}" srcId="{5189E0C7-F5F1-47D8-A777-5D91D27EA078}" destId="{D8FD9046-F015-4368-8429-B9C1C64D87C7}" srcOrd="1" destOrd="0" parTransId="{BB0E7DD3-7701-4C58-8675-0DA6B3941B74}" sibTransId="{49B2512D-1D5C-4E51-B436-FD2A08CDA721}"/>
    <dgm:cxn modelId="{97AFFD49-3D0D-7144-B673-9184E581D6C4}" type="presOf" srcId="{3870FFFD-82E4-45C3-825E-67BE6C2FC0F7}" destId="{E73DB311-26F7-D943-96F7-65450FA36365}" srcOrd="0" destOrd="0" presId="urn:microsoft.com/office/officeart/2008/layout/LinedList"/>
    <dgm:cxn modelId="{6EA0EC64-C37F-4FC5-B9DE-C9EB4256CC7D}" srcId="{5189E0C7-F5F1-47D8-A777-5D91D27EA078}" destId="{6CAF4D55-C652-4DEF-AFAA-30C1DDA37EE0}" srcOrd="3" destOrd="0" parTransId="{BD5CAAC8-66BD-4608-86E1-18654DC11A32}" sibTransId="{65F7F416-1427-43E7-84B3-24DADB814DC9}"/>
    <dgm:cxn modelId="{04A8A576-21EB-4108-B39E-A9874CA51729}" srcId="{5189E0C7-F5F1-47D8-A777-5D91D27EA078}" destId="{3870FFFD-82E4-45C3-825E-67BE6C2FC0F7}" srcOrd="0" destOrd="0" parTransId="{CB25496C-1ACE-4212-8FAE-3195C39D3191}" sibTransId="{3B119493-5084-49B5-B4EC-8B6BE6DAF9B8}"/>
    <dgm:cxn modelId="{90CF898E-E937-EE4C-9D41-08B8376CB9C2}" type="presOf" srcId="{F1F617C9-391D-49DC-954D-6A6283D5FD4F}" destId="{C174CBF5-E672-DB4F-B801-EB821D524285}" srcOrd="0" destOrd="0" presId="urn:microsoft.com/office/officeart/2008/layout/LinedList"/>
    <dgm:cxn modelId="{B1E57F93-052A-4798-B616-8964F1D8CA7D}" srcId="{5189E0C7-F5F1-47D8-A777-5D91D27EA078}" destId="{605A8F0F-4ED4-4035-8C27-04AC357B3B13}" srcOrd="2" destOrd="0" parTransId="{04D57034-1FE2-4E55-BCF6-9A8532752992}" sibTransId="{EB0AE6FD-8B02-48F4-9E56-E6CBD5BD44DF}"/>
    <dgm:cxn modelId="{2D0217A3-40A3-4EB0-B7E6-02D8A0314E73}" srcId="{5189E0C7-F5F1-47D8-A777-5D91D27EA078}" destId="{32BED2EE-26EE-41EC-A1E4-332FCA1CAD1E}" srcOrd="4" destOrd="0" parTransId="{761774E8-9C9C-4362-B08B-CE58E5FFB226}" sibTransId="{A38C8CA6-244B-427A-8011-15D0CD1586A9}"/>
    <dgm:cxn modelId="{429D0FA9-0820-4875-A505-1FF93F11F962}" srcId="{5189E0C7-F5F1-47D8-A777-5D91D27EA078}" destId="{F1F617C9-391D-49DC-954D-6A6283D5FD4F}" srcOrd="5" destOrd="0" parTransId="{0F12EF33-1C71-4BAD-BF64-9D5CE7C1ADE4}" sibTransId="{3B7C8A7E-FDBB-49C2-971F-940510EBE686}"/>
    <dgm:cxn modelId="{F66610C1-6688-4848-AFB5-3BD10D9DCE18}" type="presOf" srcId="{32BED2EE-26EE-41EC-A1E4-332FCA1CAD1E}" destId="{C0C9FAC3-0C42-B543-B54C-846D8FD8AA5D}" srcOrd="0" destOrd="0" presId="urn:microsoft.com/office/officeart/2008/layout/LinedList"/>
    <dgm:cxn modelId="{D2DA68CB-8004-F042-9CD2-269D74C97864}" type="presOf" srcId="{5189E0C7-F5F1-47D8-A777-5D91D27EA078}" destId="{6CF150D3-A629-2241-B4A9-E785C54C0C64}" srcOrd="0" destOrd="0" presId="urn:microsoft.com/office/officeart/2008/layout/LinedList"/>
    <dgm:cxn modelId="{D8FC58E7-409F-344C-A5E5-6BB13A4ACFBE}" type="presOf" srcId="{6CAF4D55-C652-4DEF-AFAA-30C1DDA37EE0}" destId="{DAE02B21-B6DD-BF44-9C65-EDE973163BAB}" srcOrd="0" destOrd="0" presId="urn:microsoft.com/office/officeart/2008/layout/LinedList"/>
    <dgm:cxn modelId="{9CD5F8ED-C06A-E744-868A-B6937AE3291E}" type="presOf" srcId="{605A8F0F-4ED4-4035-8C27-04AC357B3B13}" destId="{83EBA845-38B9-F54E-AA8C-2B761E60762A}" srcOrd="0" destOrd="0" presId="urn:microsoft.com/office/officeart/2008/layout/LinedList"/>
    <dgm:cxn modelId="{99A5CDCA-EA37-C946-87C3-EE93846F2581}" type="presParOf" srcId="{6CF150D3-A629-2241-B4A9-E785C54C0C64}" destId="{4F1432CD-10B2-C94C-A9D6-EC2899FECF78}" srcOrd="0" destOrd="0" presId="urn:microsoft.com/office/officeart/2008/layout/LinedList"/>
    <dgm:cxn modelId="{0AB0A8A6-BEFC-6D4F-9F61-DFBD6C5C26BF}" type="presParOf" srcId="{6CF150D3-A629-2241-B4A9-E785C54C0C64}" destId="{58834CFC-4D54-9041-8F17-F2915E4E913B}" srcOrd="1" destOrd="0" presId="urn:microsoft.com/office/officeart/2008/layout/LinedList"/>
    <dgm:cxn modelId="{0406D52C-02C4-B049-8120-C95D1B6C98CD}" type="presParOf" srcId="{58834CFC-4D54-9041-8F17-F2915E4E913B}" destId="{E73DB311-26F7-D943-96F7-65450FA36365}" srcOrd="0" destOrd="0" presId="urn:microsoft.com/office/officeart/2008/layout/LinedList"/>
    <dgm:cxn modelId="{F775B766-3D9D-A747-9E1D-1B1D8CBFAC3F}" type="presParOf" srcId="{58834CFC-4D54-9041-8F17-F2915E4E913B}" destId="{53D41267-2761-2046-9FDA-613984CE947D}" srcOrd="1" destOrd="0" presId="urn:microsoft.com/office/officeart/2008/layout/LinedList"/>
    <dgm:cxn modelId="{A3161CC3-E930-774D-AA48-7F34E2F01B4F}" type="presParOf" srcId="{6CF150D3-A629-2241-B4A9-E785C54C0C64}" destId="{FAB49123-9C8A-4D4D-8697-EE3F435AA24D}" srcOrd="2" destOrd="0" presId="urn:microsoft.com/office/officeart/2008/layout/LinedList"/>
    <dgm:cxn modelId="{118E99E9-4763-DB41-B393-BC317BF53ACB}" type="presParOf" srcId="{6CF150D3-A629-2241-B4A9-E785C54C0C64}" destId="{5C4D048F-B48B-4441-8229-93EBC3353D3F}" srcOrd="3" destOrd="0" presId="urn:microsoft.com/office/officeart/2008/layout/LinedList"/>
    <dgm:cxn modelId="{DF34723F-382A-064B-901E-43FEE9E48250}" type="presParOf" srcId="{5C4D048F-B48B-4441-8229-93EBC3353D3F}" destId="{1A9C9600-7A72-1542-A3AC-6CD349259646}" srcOrd="0" destOrd="0" presId="urn:microsoft.com/office/officeart/2008/layout/LinedList"/>
    <dgm:cxn modelId="{F064AA5F-8496-5446-9129-57A03629D958}" type="presParOf" srcId="{5C4D048F-B48B-4441-8229-93EBC3353D3F}" destId="{7921452F-49B5-134A-8B75-D35D3CBECC8C}" srcOrd="1" destOrd="0" presId="urn:microsoft.com/office/officeart/2008/layout/LinedList"/>
    <dgm:cxn modelId="{E43C9316-B476-0941-8616-5061F4E4371B}" type="presParOf" srcId="{6CF150D3-A629-2241-B4A9-E785C54C0C64}" destId="{6D645046-008E-E44B-AF7D-7D92C69FB4D9}" srcOrd="4" destOrd="0" presId="urn:microsoft.com/office/officeart/2008/layout/LinedList"/>
    <dgm:cxn modelId="{026848A0-8263-FA4A-B0C8-26C16D281FE4}" type="presParOf" srcId="{6CF150D3-A629-2241-B4A9-E785C54C0C64}" destId="{CAE706BB-BCA5-3548-990E-E37848C57A16}" srcOrd="5" destOrd="0" presId="urn:microsoft.com/office/officeart/2008/layout/LinedList"/>
    <dgm:cxn modelId="{B9CC520B-7D8D-1F47-B036-513E27AC4E1B}" type="presParOf" srcId="{CAE706BB-BCA5-3548-990E-E37848C57A16}" destId="{83EBA845-38B9-F54E-AA8C-2B761E60762A}" srcOrd="0" destOrd="0" presId="urn:microsoft.com/office/officeart/2008/layout/LinedList"/>
    <dgm:cxn modelId="{333C0E04-7A32-D548-8962-E27AC495CE50}" type="presParOf" srcId="{CAE706BB-BCA5-3548-990E-E37848C57A16}" destId="{9B888C90-8F67-4D44-881A-7D541666B7D7}" srcOrd="1" destOrd="0" presId="urn:microsoft.com/office/officeart/2008/layout/LinedList"/>
    <dgm:cxn modelId="{3804A167-A44F-D043-AAB8-2BA9180B9127}" type="presParOf" srcId="{6CF150D3-A629-2241-B4A9-E785C54C0C64}" destId="{682783AD-57F7-6949-A566-A70763C72392}" srcOrd="6" destOrd="0" presId="urn:microsoft.com/office/officeart/2008/layout/LinedList"/>
    <dgm:cxn modelId="{59EEF1C2-B324-6B46-AFD4-0B8BDBEFD62F}" type="presParOf" srcId="{6CF150D3-A629-2241-B4A9-E785C54C0C64}" destId="{029D8E42-B4FD-714D-B0B3-758235C42037}" srcOrd="7" destOrd="0" presId="urn:microsoft.com/office/officeart/2008/layout/LinedList"/>
    <dgm:cxn modelId="{D776E70B-BDE9-FD4A-AA64-ED177C57A9EE}" type="presParOf" srcId="{029D8E42-B4FD-714D-B0B3-758235C42037}" destId="{DAE02B21-B6DD-BF44-9C65-EDE973163BAB}" srcOrd="0" destOrd="0" presId="urn:microsoft.com/office/officeart/2008/layout/LinedList"/>
    <dgm:cxn modelId="{9C3DDA13-879B-6442-BBD0-3AF76197E66A}" type="presParOf" srcId="{029D8E42-B4FD-714D-B0B3-758235C42037}" destId="{7BFDC0CA-D9B0-2B42-94FB-B7159F0AA604}" srcOrd="1" destOrd="0" presId="urn:microsoft.com/office/officeart/2008/layout/LinedList"/>
    <dgm:cxn modelId="{114C1D87-674F-4349-A310-B336AD992DE1}" type="presParOf" srcId="{6CF150D3-A629-2241-B4A9-E785C54C0C64}" destId="{2000DDA1-2761-6E40-8C0C-2AB26DEBF111}" srcOrd="8" destOrd="0" presId="urn:microsoft.com/office/officeart/2008/layout/LinedList"/>
    <dgm:cxn modelId="{633D7FF2-818F-7D42-A96E-73A7A34373AF}" type="presParOf" srcId="{6CF150D3-A629-2241-B4A9-E785C54C0C64}" destId="{F5B7440B-895E-914D-81A5-3ABDA073860E}" srcOrd="9" destOrd="0" presId="urn:microsoft.com/office/officeart/2008/layout/LinedList"/>
    <dgm:cxn modelId="{F04091D7-4CA8-7E4C-AD0B-E28FF6914A72}" type="presParOf" srcId="{F5B7440B-895E-914D-81A5-3ABDA073860E}" destId="{C0C9FAC3-0C42-B543-B54C-846D8FD8AA5D}" srcOrd="0" destOrd="0" presId="urn:microsoft.com/office/officeart/2008/layout/LinedList"/>
    <dgm:cxn modelId="{5E6A8EAB-3058-9F41-AD45-EA10B367A55A}" type="presParOf" srcId="{F5B7440B-895E-914D-81A5-3ABDA073860E}" destId="{20CC0AE7-64DE-1041-94AF-7AE596D40BA1}" srcOrd="1" destOrd="0" presId="urn:microsoft.com/office/officeart/2008/layout/LinedList"/>
    <dgm:cxn modelId="{8F70A6C9-C5CE-4541-830B-392BE4FFF484}" type="presParOf" srcId="{6CF150D3-A629-2241-B4A9-E785C54C0C64}" destId="{CE998EAD-0166-FA43-BAC5-F4BD4F218B93}" srcOrd="10" destOrd="0" presId="urn:microsoft.com/office/officeart/2008/layout/LinedList"/>
    <dgm:cxn modelId="{20864BF8-6CAC-D74C-86A2-8FF4DC841006}" type="presParOf" srcId="{6CF150D3-A629-2241-B4A9-E785C54C0C64}" destId="{A5BD433A-AA1A-B046-BEDE-150383F4B85E}" srcOrd="11" destOrd="0" presId="urn:microsoft.com/office/officeart/2008/layout/LinedList"/>
    <dgm:cxn modelId="{832A1F42-E5A6-E144-8EAB-76420348FAA2}" type="presParOf" srcId="{A5BD433A-AA1A-B046-BEDE-150383F4B85E}" destId="{C174CBF5-E672-DB4F-B801-EB821D524285}" srcOrd="0" destOrd="0" presId="urn:microsoft.com/office/officeart/2008/layout/LinedList"/>
    <dgm:cxn modelId="{38C67C2B-C5B6-B54C-AF30-A4163EA3B64F}" type="presParOf" srcId="{A5BD433A-AA1A-B046-BEDE-150383F4B85E}" destId="{36172A47-2CE7-D04C-811F-33425C3AAD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AE28A2-9098-4E5E-AEE2-88BFE808C13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698AE3-34A9-4F9C-822F-06ABE2CEB4F8}">
      <dgm:prSet/>
      <dgm:spPr/>
      <dgm:t>
        <a:bodyPr/>
        <a:lstStyle/>
        <a:p>
          <a:r>
            <a:rPr lang="en-US"/>
            <a:t>✅ Disease with maximum claims </a:t>
          </a:r>
        </a:p>
      </dgm:t>
    </dgm:pt>
    <dgm:pt modelId="{693725F9-92F8-4631-8E5D-07D5828B13D6}" type="parTrans" cxnId="{B809A9A2-CE7A-455C-BD1A-94FA25168C9A}">
      <dgm:prSet/>
      <dgm:spPr/>
      <dgm:t>
        <a:bodyPr/>
        <a:lstStyle/>
        <a:p>
          <a:endParaRPr lang="en-US"/>
        </a:p>
      </dgm:t>
    </dgm:pt>
    <dgm:pt modelId="{38866162-9D5C-45BA-A428-D2A80D524F4E}" type="sibTrans" cxnId="{B809A9A2-CE7A-455C-BD1A-94FA25168C9A}">
      <dgm:prSet/>
      <dgm:spPr/>
      <dgm:t>
        <a:bodyPr/>
        <a:lstStyle/>
        <a:p>
          <a:endParaRPr lang="en-US"/>
        </a:p>
      </dgm:t>
    </dgm:pt>
    <dgm:pt modelId="{074B83CC-B620-4F27-8D50-7D516A293CF8}">
      <dgm:prSet/>
      <dgm:spPr/>
      <dgm:t>
        <a:bodyPr/>
        <a:lstStyle/>
        <a:p>
          <a:r>
            <a:rPr lang="en-US"/>
            <a:t>✅ Subscribers under 30 with coverage</a:t>
          </a:r>
        </a:p>
      </dgm:t>
    </dgm:pt>
    <dgm:pt modelId="{87D045A5-B125-41FB-9E31-E838547EB0D6}" type="parTrans" cxnId="{FAE3023C-7281-422A-A54A-87D8218B23AC}">
      <dgm:prSet/>
      <dgm:spPr/>
      <dgm:t>
        <a:bodyPr/>
        <a:lstStyle/>
        <a:p>
          <a:endParaRPr lang="en-US"/>
        </a:p>
      </dgm:t>
    </dgm:pt>
    <dgm:pt modelId="{5905CA80-1E99-4414-A8C5-557860F77DF7}" type="sibTrans" cxnId="{FAE3023C-7281-422A-A54A-87D8218B23AC}">
      <dgm:prSet/>
      <dgm:spPr/>
      <dgm:t>
        <a:bodyPr/>
        <a:lstStyle/>
        <a:p>
          <a:endParaRPr lang="en-US"/>
        </a:p>
      </dgm:t>
    </dgm:pt>
    <dgm:pt modelId="{54CE9DCB-2A4D-457F-96E7-FE9851BC52BF}">
      <dgm:prSet/>
      <dgm:spPr/>
      <dgm:t>
        <a:bodyPr/>
        <a:lstStyle/>
        <a:p>
          <a:r>
            <a:rPr lang="en-US"/>
            <a:t>✅ Group with most subgroups</a:t>
          </a:r>
        </a:p>
      </dgm:t>
    </dgm:pt>
    <dgm:pt modelId="{FAA0A69D-B1F1-4B18-85FB-A7EEE4718634}" type="parTrans" cxnId="{F04C7259-DC2C-46E3-A1CD-450966E0C0E0}">
      <dgm:prSet/>
      <dgm:spPr/>
      <dgm:t>
        <a:bodyPr/>
        <a:lstStyle/>
        <a:p>
          <a:endParaRPr lang="en-US"/>
        </a:p>
      </dgm:t>
    </dgm:pt>
    <dgm:pt modelId="{488D17DE-3C6A-4EC4-AFFE-A7EB8EBD64E2}" type="sibTrans" cxnId="{F04C7259-DC2C-46E3-A1CD-450966E0C0E0}">
      <dgm:prSet/>
      <dgm:spPr/>
      <dgm:t>
        <a:bodyPr/>
        <a:lstStyle/>
        <a:p>
          <a:endParaRPr lang="en-US"/>
        </a:p>
      </dgm:t>
    </dgm:pt>
    <dgm:pt modelId="{7C7D730A-A87C-4B6B-977C-53F36774C99C}">
      <dgm:prSet/>
      <dgm:spPr/>
      <dgm:t>
        <a:bodyPr/>
        <a:lstStyle/>
        <a:p>
          <a:r>
            <a:rPr lang="en-US"/>
            <a:t>✅ Hospital serving most patients</a:t>
          </a:r>
        </a:p>
      </dgm:t>
    </dgm:pt>
    <dgm:pt modelId="{01E8E150-627E-4C5B-A348-458842F31439}" type="parTrans" cxnId="{E5557D35-9B86-4975-AC22-7EA59106FBCC}">
      <dgm:prSet/>
      <dgm:spPr/>
      <dgm:t>
        <a:bodyPr/>
        <a:lstStyle/>
        <a:p>
          <a:endParaRPr lang="en-US"/>
        </a:p>
      </dgm:t>
    </dgm:pt>
    <dgm:pt modelId="{C6C4C45C-1A9F-449D-8ACA-44111AD40D10}" type="sibTrans" cxnId="{E5557D35-9B86-4975-AC22-7EA59106FBCC}">
      <dgm:prSet/>
      <dgm:spPr/>
      <dgm:t>
        <a:bodyPr/>
        <a:lstStyle/>
        <a:p>
          <a:endParaRPr lang="en-US"/>
        </a:p>
      </dgm:t>
    </dgm:pt>
    <dgm:pt modelId="{05693572-215E-4D7F-B46C-66E3AE7BA5AA}">
      <dgm:prSet/>
      <dgm:spPr/>
      <dgm:t>
        <a:bodyPr/>
        <a:lstStyle/>
        <a:p>
          <a:r>
            <a:rPr lang="en-US"/>
            <a:t>✅ Most claimed subgroups</a:t>
          </a:r>
        </a:p>
      </dgm:t>
    </dgm:pt>
    <dgm:pt modelId="{46607236-A629-4B68-A4F6-186E974C8ADE}" type="parTrans" cxnId="{32DA7E9D-3C52-4CE7-A05D-997AA89EFB10}">
      <dgm:prSet/>
      <dgm:spPr/>
      <dgm:t>
        <a:bodyPr/>
        <a:lstStyle/>
        <a:p>
          <a:endParaRPr lang="en-US"/>
        </a:p>
      </dgm:t>
    </dgm:pt>
    <dgm:pt modelId="{EFCC6C2C-F0CC-4FA5-AC64-86100B1784C0}" type="sibTrans" cxnId="{32DA7E9D-3C52-4CE7-A05D-997AA89EFB10}">
      <dgm:prSet/>
      <dgm:spPr/>
      <dgm:t>
        <a:bodyPr/>
        <a:lstStyle/>
        <a:p>
          <a:endParaRPr lang="en-US"/>
        </a:p>
      </dgm:t>
    </dgm:pt>
    <dgm:pt modelId="{B470B3B2-320F-4C96-AA52-1D2B556C62FF}">
      <dgm:prSet/>
      <dgm:spPr/>
      <dgm:t>
        <a:bodyPr/>
        <a:lstStyle/>
        <a:p>
          <a:r>
            <a:rPr lang="en-US"/>
            <a:t>✅ Total rejected claims</a:t>
          </a:r>
        </a:p>
      </dgm:t>
    </dgm:pt>
    <dgm:pt modelId="{AED91E8E-63D7-486A-9F95-D2DEC8F184E3}" type="parTrans" cxnId="{89CE3782-B19C-404C-8F0F-213B732AED74}">
      <dgm:prSet/>
      <dgm:spPr/>
      <dgm:t>
        <a:bodyPr/>
        <a:lstStyle/>
        <a:p>
          <a:endParaRPr lang="en-US"/>
        </a:p>
      </dgm:t>
    </dgm:pt>
    <dgm:pt modelId="{9DEC565E-7CD7-4854-82A5-4FF63B2A0317}" type="sibTrans" cxnId="{89CE3782-B19C-404C-8F0F-213B732AED74}">
      <dgm:prSet/>
      <dgm:spPr/>
      <dgm:t>
        <a:bodyPr/>
        <a:lstStyle/>
        <a:p>
          <a:endParaRPr lang="en-US"/>
        </a:p>
      </dgm:t>
    </dgm:pt>
    <dgm:pt modelId="{9C474D1E-ACC9-44D3-A1A1-BE1315B3E2AE}">
      <dgm:prSet/>
      <dgm:spPr/>
      <dgm:t>
        <a:bodyPr/>
        <a:lstStyle/>
        <a:p>
          <a:r>
            <a:rPr lang="en-US"/>
            <a:t>✅ Top cities for claims</a:t>
          </a:r>
        </a:p>
      </dgm:t>
    </dgm:pt>
    <dgm:pt modelId="{406848B4-3740-4035-BD7E-BBC3AB8FC6F9}" type="parTrans" cxnId="{55CBD760-BB68-46DB-907C-A2DA47562991}">
      <dgm:prSet/>
      <dgm:spPr/>
      <dgm:t>
        <a:bodyPr/>
        <a:lstStyle/>
        <a:p>
          <a:endParaRPr lang="en-US"/>
        </a:p>
      </dgm:t>
    </dgm:pt>
    <dgm:pt modelId="{A60E6979-8D12-4AFB-8F5D-B51AA77EA408}" type="sibTrans" cxnId="{55CBD760-BB68-46DB-907C-A2DA47562991}">
      <dgm:prSet/>
      <dgm:spPr/>
      <dgm:t>
        <a:bodyPr/>
        <a:lstStyle/>
        <a:p>
          <a:endParaRPr lang="en-US"/>
        </a:p>
      </dgm:t>
    </dgm:pt>
    <dgm:pt modelId="{592472E5-74AA-431B-8918-510A6DBCDF2C}">
      <dgm:prSet/>
      <dgm:spPr/>
      <dgm:t>
        <a:bodyPr/>
        <a:lstStyle/>
        <a:p>
          <a:r>
            <a:rPr lang="en-US"/>
            <a:t>✅ Government vs Private</a:t>
          </a:r>
        </a:p>
      </dgm:t>
    </dgm:pt>
    <dgm:pt modelId="{FC9ED5C3-E582-4091-8F56-C3DAD869CFAF}" type="parTrans" cxnId="{CDF9746C-2B37-4669-887D-433808064D90}">
      <dgm:prSet/>
      <dgm:spPr/>
      <dgm:t>
        <a:bodyPr/>
        <a:lstStyle/>
        <a:p>
          <a:endParaRPr lang="en-US"/>
        </a:p>
      </dgm:t>
    </dgm:pt>
    <dgm:pt modelId="{5BD6F076-74AD-4624-AEB3-7BBE60DD140D}" type="sibTrans" cxnId="{CDF9746C-2B37-4669-887D-433808064D90}">
      <dgm:prSet/>
      <dgm:spPr/>
      <dgm:t>
        <a:bodyPr/>
        <a:lstStyle/>
        <a:p>
          <a:endParaRPr lang="en-US"/>
        </a:p>
      </dgm:t>
    </dgm:pt>
    <dgm:pt modelId="{F5BF8866-342F-4F45-9492-089C4637F1D4}">
      <dgm:prSet/>
      <dgm:spPr/>
      <dgm:t>
        <a:bodyPr/>
        <a:lstStyle/>
        <a:p>
          <a:r>
            <a:rPr lang="en-US"/>
            <a:t>✅ Average monthly premium</a:t>
          </a:r>
        </a:p>
      </dgm:t>
    </dgm:pt>
    <dgm:pt modelId="{17FE7586-692C-4DC1-8C32-97D89606D9AA}" type="parTrans" cxnId="{F013ADDB-021B-40D3-96A3-3AB748C4E576}">
      <dgm:prSet/>
      <dgm:spPr/>
      <dgm:t>
        <a:bodyPr/>
        <a:lstStyle/>
        <a:p>
          <a:endParaRPr lang="en-US"/>
        </a:p>
      </dgm:t>
    </dgm:pt>
    <dgm:pt modelId="{5DEF4B7D-2D21-4052-889C-5D6088701451}" type="sibTrans" cxnId="{F013ADDB-021B-40D3-96A3-3AB748C4E576}">
      <dgm:prSet/>
      <dgm:spPr/>
      <dgm:t>
        <a:bodyPr/>
        <a:lstStyle/>
        <a:p>
          <a:endParaRPr lang="en-US"/>
        </a:p>
      </dgm:t>
    </dgm:pt>
    <dgm:pt modelId="{469826B4-1D1D-4B1E-9AB1-7E430C6F3B1F}">
      <dgm:prSet/>
      <dgm:spPr/>
      <dgm:t>
        <a:bodyPr/>
        <a:lstStyle/>
        <a:p>
          <a:r>
            <a:rPr lang="en-US"/>
            <a:t>✅ Most profitable group</a:t>
          </a:r>
        </a:p>
      </dgm:t>
    </dgm:pt>
    <dgm:pt modelId="{1B7064EB-98C8-454B-8EA0-2D08E58C1D46}" type="parTrans" cxnId="{DDA5BD84-C38B-4B14-893E-E0F3FB1A5419}">
      <dgm:prSet/>
      <dgm:spPr/>
      <dgm:t>
        <a:bodyPr/>
        <a:lstStyle/>
        <a:p>
          <a:endParaRPr lang="en-US"/>
        </a:p>
      </dgm:t>
    </dgm:pt>
    <dgm:pt modelId="{3249E2DB-D0DC-4565-AA45-DA75C8CE060B}" type="sibTrans" cxnId="{DDA5BD84-C38B-4B14-893E-E0F3FB1A5419}">
      <dgm:prSet/>
      <dgm:spPr/>
      <dgm:t>
        <a:bodyPr/>
        <a:lstStyle/>
        <a:p>
          <a:endParaRPr lang="en-US"/>
        </a:p>
      </dgm:t>
    </dgm:pt>
    <dgm:pt modelId="{CF6E0AA2-5325-43BA-8C19-70E0C38A9A3A}">
      <dgm:prSet/>
      <dgm:spPr/>
      <dgm:t>
        <a:bodyPr/>
        <a:lstStyle/>
        <a:p>
          <a:r>
            <a:rPr lang="en-US"/>
            <a:t>✅ Cancer patients under 18</a:t>
          </a:r>
        </a:p>
      </dgm:t>
    </dgm:pt>
    <dgm:pt modelId="{A6A5E571-20EB-45C6-B608-464BD57A2FBD}" type="parTrans" cxnId="{05889EB4-3D82-4F30-8D70-753A7D74ECD5}">
      <dgm:prSet/>
      <dgm:spPr/>
      <dgm:t>
        <a:bodyPr/>
        <a:lstStyle/>
        <a:p>
          <a:endParaRPr lang="en-US"/>
        </a:p>
      </dgm:t>
    </dgm:pt>
    <dgm:pt modelId="{075E75EA-CB35-49DB-ADBA-D99A2F00F105}" type="sibTrans" cxnId="{05889EB4-3D82-4F30-8D70-753A7D74ECD5}">
      <dgm:prSet/>
      <dgm:spPr/>
      <dgm:t>
        <a:bodyPr/>
        <a:lstStyle/>
        <a:p>
          <a:endParaRPr lang="en-US"/>
        </a:p>
      </dgm:t>
    </dgm:pt>
    <dgm:pt modelId="{8D87C597-ACC9-4CA9-B089-5F2851AF69AC}">
      <dgm:prSet/>
      <dgm:spPr/>
      <dgm:t>
        <a:bodyPr/>
        <a:lstStyle/>
        <a:p>
          <a:r>
            <a:rPr lang="en-US"/>
            <a:t>✅ High-value cashless claims</a:t>
          </a:r>
        </a:p>
      </dgm:t>
    </dgm:pt>
    <dgm:pt modelId="{00DD572D-027C-41EF-984D-1C9CE315BE29}" type="parTrans" cxnId="{2F6E0349-9781-47EA-BDD9-D6A0CCA19421}">
      <dgm:prSet/>
      <dgm:spPr/>
      <dgm:t>
        <a:bodyPr/>
        <a:lstStyle/>
        <a:p>
          <a:endParaRPr lang="en-US"/>
        </a:p>
      </dgm:t>
    </dgm:pt>
    <dgm:pt modelId="{42C73744-18B2-4CBF-9DB6-F4527294DB31}" type="sibTrans" cxnId="{2F6E0349-9781-47EA-BDD9-D6A0CCA19421}">
      <dgm:prSet/>
      <dgm:spPr/>
      <dgm:t>
        <a:bodyPr/>
        <a:lstStyle/>
        <a:p>
          <a:endParaRPr lang="en-US"/>
        </a:p>
      </dgm:t>
    </dgm:pt>
    <dgm:pt modelId="{B3329645-BF7F-448B-A6B0-3485CD01743A}">
      <dgm:prSet/>
      <dgm:spPr/>
      <dgm:t>
        <a:bodyPr/>
        <a:lstStyle/>
        <a:p>
          <a:r>
            <a:rPr lang="en-US"/>
            <a:t>✅ Female knee surgery patients 40+</a:t>
          </a:r>
        </a:p>
      </dgm:t>
    </dgm:pt>
    <dgm:pt modelId="{74FB789F-D247-4536-AEFA-D7ECE36F728D}" type="parTrans" cxnId="{A1CDA693-7A62-493F-9E96-14790CA73114}">
      <dgm:prSet/>
      <dgm:spPr/>
      <dgm:t>
        <a:bodyPr/>
        <a:lstStyle/>
        <a:p>
          <a:endParaRPr lang="en-US"/>
        </a:p>
      </dgm:t>
    </dgm:pt>
    <dgm:pt modelId="{0F864113-4DEC-4348-8666-31C7B91B5BE6}" type="sibTrans" cxnId="{A1CDA693-7A62-493F-9E96-14790CA73114}">
      <dgm:prSet/>
      <dgm:spPr/>
      <dgm:t>
        <a:bodyPr/>
        <a:lstStyle/>
        <a:p>
          <a:endParaRPr lang="en-US"/>
        </a:p>
      </dgm:t>
    </dgm:pt>
    <dgm:pt modelId="{2E0B29DB-4697-1948-8E4C-05347AA1462D}" type="pres">
      <dgm:prSet presAssocID="{89AE28A2-9098-4E5E-AEE2-88BFE808C131}" presName="diagram" presStyleCnt="0">
        <dgm:presLayoutVars>
          <dgm:dir/>
          <dgm:resizeHandles val="exact"/>
        </dgm:presLayoutVars>
      </dgm:prSet>
      <dgm:spPr/>
    </dgm:pt>
    <dgm:pt modelId="{FFD52F2D-D72D-6C4C-9470-EEBE9E809463}" type="pres">
      <dgm:prSet presAssocID="{27698AE3-34A9-4F9C-822F-06ABE2CEB4F8}" presName="node" presStyleLbl="node1" presStyleIdx="0" presStyleCnt="13">
        <dgm:presLayoutVars>
          <dgm:bulletEnabled val="1"/>
        </dgm:presLayoutVars>
      </dgm:prSet>
      <dgm:spPr/>
    </dgm:pt>
    <dgm:pt modelId="{94A773B8-33E2-7748-8D9F-17E064DC5F04}" type="pres">
      <dgm:prSet presAssocID="{38866162-9D5C-45BA-A428-D2A80D524F4E}" presName="sibTrans" presStyleCnt="0"/>
      <dgm:spPr/>
    </dgm:pt>
    <dgm:pt modelId="{F4F69AA7-36BA-DC47-9B98-6A0C70CDFEC8}" type="pres">
      <dgm:prSet presAssocID="{074B83CC-B620-4F27-8D50-7D516A293CF8}" presName="node" presStyleLbl="node1" presStyleIdx="1" presStyleCnt="13">
        <dgm:presLayoutVars>
          <dgm:bulletEnabled val="1"/>
        </dgm:presLayoutVars>
      </dgm:prSet>
      <dgm:spPr/>
    </dgm:pt>
    <dgm:pt modelId="{BA683C5B-3A41-CB49-8271-2EDD18591C1F}" type="pres">
      <dgm:prSet presAssocID="{5905CA80-1E99-4414-A8C5-557860F77DF7}" presName="sibTrans" presStyleCnt="0"/>
      <dgm:spPr/>
    </dgm:pt>
    <dgm:pt modelId="{D601DA9B-6B65-A24A-841C-6B2EAB6AF115}" type="pres">
      <dgm:prSet presAssocID="{54CE9DCB-2A4D-457F-96E7-FE9851BC52BF}" presName="node" presStyleLbl="node1" presStyleIdx="2" presStyleCnt="13">
        <dgm:presLayoutVars>
          <dgm:bulletEnabled val="1"/>
        </dgm:presLayoutVars>
      </dgm:prSet>
      <dgm:spPr/>
    </dgm:pt>
    <dgm:pt modelId="{110C7AEC-DC7B-6E48-8F92-05848B90B03D}" type="pres">
      <dgm:prSet presAssocID="{488D17DE-3C6A-4EC4-AFFE-A7EB8EBD64E2}" presName="sibTrans" presStyleCnt="0"/>
      <dgm:spPr/>
    </dgm:pt>
    <dgm:pt modelId="{D84309A4-56BE-574B-BB09-6437C65AC747}" type="pres">
      <dgm:prSet presAssocID="{7C7D730A-A87C-4B6B-977C-53F36774C99C}" presName="node" presStyleLbl="node1" presStyleIdx="3" presStyleCnt="13">
        <dgm:presLayoutVars>
          <dgm:bulletEnabled val="1"/>
        </dgm:presLayoutVars>
      </dgm:prSet>
      <dgm:spPr/>
    </dgm:pt>
    <dgm:pt modelId="{06A96B9B-8943-AE49-BD00-81CAB8DC3487}" type="pres">
      <dgm:prSet presAssocID="{C6C4C45C-1A9F-449D-8ACA-44111AD40D10}" presName="sibTrans" presStyleCnt="0"/>
      <dgm:spPr/>
    </dgm:pt>
    <dgm:pt modelId="{AEDCD469-EF27-9D4E-B75A-6A52157193FE}" type="pres">
      <dgm:prSet presAssocID="{05693572-215E-4D7F-B46C-66E3AE7BA5AA}" presName="node" presStyleLbl="node1" presStyleIdx="4" presStyleCnt="13">
        <dgm:presLayoutVars>
          <dgm:bulletEnabled val="1"/>
        </dgm:presLayoutVars>
      </dgm:prSet>
      <dgm:spPr/>
    </dgm:pt>
    <dgm:pt modelId="{2B3718B4-8EDC-484F-8758-B9E198400878}" type="pres">
      <dgm:prSet presAssocID="{EFCC6C2C-F0CC-4FA5-AC64-86100B1784C0}" presName="sibTrans" presStyleCnt="0"/>
      <dgm:spPr/>
    </dgm:pt>
    <dgm:pt modelId="{F297A552-BC5F-7345-9C74-5EF5C33FAC24}" type="pres">
      <dgm:prSet presAssocID="{B470B3B2-320F-4C96-AA52-1D2B556C62FF}" presName="node" presStyleLbl="node1" presStyleIdx="5" presStyleCnt="13">
        <dgm:presLayoutVars>
          <dgm:bulletEnabled val="1"/>
        </dgm:presLayoutVars>
      </dgm:prSet>
      <dgm:spPr/>
    </dgm:pt>
    <dgm:pt modelId="{D5B6EE0E-1BDC-6D47-BB40-A0B4F3596BD7}" type="pres">
      <dgm:prSet presAssocID="{9DEC565E-7CD7-4854-82A5-4FF63B2A0317}" presName="sibTrans" presStyleCnt="0"/>
      <dgm:spPr/>
    </dgm:pt>
    <dgm:pt modelId="{02A4D551-829F-3947-B720-88DFC79EC36F}" type="pres">
      <dgm:prSet presAssocID="{9C474D1E-ACC9-44D3-A1A1-BE1315B3E2AE}" presName="node" presStyleLbl="node1" presStyleIdx="6" presStyleCnt="13">
        <dgm:presLayoutVars>
          <dgm:bulletEnabled val="1"/>
        </dgm:presLayoutVars>
      </dgm:prSet>
      <dgm:spPr/>
    </dgm:pt>
    <dgm:pt modelId="{3CB34645-FEB8-A647-9AD7-5C7E2BC6E7AC}" type="pres">
      <dgm:prSet presAssocID="{A60E6979-8D12-4AFB-8F5D-B51AA77EA408}" presName="sibTrans" presStyleCnt="0"/>
      <dgm:spPr/>
    </dgm:pt>
    <dgm:pt modelId="{D9E7DA18-4299-814F-9659-D7CF78C46998}" type="pres">
      <dgm:prSet presAssocID="{592472E5-74AA-431B-8918-510A6DBCDF2C}" presName="node" presStyleLbl="node1" presStyleIdx="7" presStyleCnt="13">
        <dgm:presLayoutVars>
          <dgm:bulletEnabled val="1"/>
        </dgm:presLayoutVars>
      </dgm:prSet>
      <dgm:spPr/>
    </dgm:pt>
    <dgm:pt modelId="{7CD308B3-D32B-A443-819A-6CDD78533917}" type="pres">
      <dgm:prSet presAssocID="{5BD6F076-74AD-4624-AEB3-7BBE60DD140D}" presName="sibTrans" presStyleCnt="0"/>
      <dgm:spPr/>
    </dgm:pt>
    <dgm:pt modelId="{68C380BC-F4AF-2445-ADAB-54A96B3D9F8C}" type="pres">
      <dgm:prSet presAssocID="{F5BF8866-342F-4F45-9492-089C4637F1D4}" presName="node" presStyleLbl="node1" presStyleIdx="8" presStyleCnt="13">
        <dgm:presLayoutVars>
          <dgm:bulletEnabled val="1"/>
        </dgm:presLayoutVars>
      </dgm:prSet>
      <dgm:spPr/>
    </dgm:pt>
    <dgm:pt modelId="{6B4BD209-532B-1F43-ACC6-200B5748FB2D}" type="pres">
      <dgm:prSet presAssocID="{5DEF4B7D-2D21-4052-889C-5D6088701451}" presName="sibTrans" presStyleCnt="0"/>
      <dgm:spPr/>
    </dgm:pt>
    <dgm:pt modelId="{2BD8CB4C-D742-4947-B62D-AD545F06E270}" type="pres">
      <dgm:prSet presAssocID="{469826B4-1D1D-4B1E-9AB1-7E430C6F3B1F}" presName="node" presStyleLbl="node1" presStyleIdx="9" presStyleCnt="13">
        <dgm:presLayoutVars>
          <dgm:bulletEnabled val="1"/>
        </dgm:presLayoutVars>
      </dgm:prSet>
      <dgm:spPr/>
    </dgm:pt>
    <dgm:pt modelId="{A8E84138-9711-1E45-AA75-9DA04D34B11D}" type="pres">
      <dgm:prSet presAssocID="{3249E2DB-D0DC-4565-AA45-DA75C8CE060B}" presName="sibTrans" presStyleCnt="0"/>
      <dgm:spPr/>
    </dgm:pt>
    <dgm:pt modelId="{FF8E0D3F-1926-8747-BCDA-CE1DFB04272D}" type="pres">
      <dgm:prSet presAssocID="{CF6E0AA2-5325-43BA-8C19-70E0C38A9A3A}" presName="node" presStyleLbl="node1" presStyleIdx="10" presStyleCnt="13">
        <dgm:presLayoutVars>
          <dgm:bulletEnabled val="1"/>
        </dgm:presLayoutVars>
      </dgm:prSet>
      <dgm:spPr/>
    </dgm:pt>
    <dgm:pt modelId="{355969BE-16D3-5145-8ACB-1B33CEA7E7B8}" type="pres">
      <dgm:prSet presAssocID="{075E75EA-CB35-49DB-ADBA-D99A2F00F105}" presName="sibTrans" presStyleCnt="0"/>
      <dgm:spPr/>
    </dgm:pt>
    <dgm:pt modelId="{9EA111F3-72E7-E84B-8926-935289638484}" type="pres">
      <dgm:prSet presAssocID="{8D87C597-ACC9-4CA9-B089-5F2851AF69AC}" presName="node" presStyleLbl="node1" presStyleIdx="11" presStyleCnt="13">
        <dgm:presLayoutVars>
          <dgm:bulletEnabled val="1"/>
        </dgm:presLayoutVars>
      </dgm:prSet>
      <dgm:spPr/>
    </dgm:pt>
    <dgm:pt modelId="{98DDE381-5BA5-C346-A740-F890A7779251}" type="pres">
      <dgm:prSet presAssocID="{42C73744-18B2-4CBF-9DB6-F4527294DB31}" presName="sibTrans" presStyleCnt="0"/>
      <dgm:spPr/>
    </dgm:pt>
    <dgm:pt modelId="{74A515AA-BB72-B843-9FBF-521B010AF9AB}" type="pres">
      <dgm:prSet presAssocID="{B3329645-BF7F-448B-A6B0-3485CD01743A}" presName="node" presStyleLbl="node1" presStyleIdx="12" presStyleCnt="13">
        <dgm:presLayoutVars>
          <dgm:bulletEnabled val="1"/>
        </dgm:presLayoutVars>
      </dgm:prSet>
      <dgm:spPr/>
    </dgm:pt>
  </dgm:ptLst>
  <dgm:cxnLst>
    <dgm:cxn modelId="{BE212F09-DFF8-7E4B-A20C-A2F5AB779CEA}" type="presOf" srcId="{469826B4-1D1D-4B1E-9AB1-7E430C6F3B1F}" destId="{2BD8CB4C-D742-4947-B62D-AD545F06E270}" srcOrd="0" destOrd="0" presId="urn:microsoft.com/office/officeart/2005/8/layout/default"/>
    <dgm:cxn modelId="{D02F690E-4E7F-0946-A423-92FCF76CCEFD}" type="presOf" srcId="{F5BF8866-342F-4F45-9492-089C4637F1D4}" destId="{68C380BC-F4AF-2445-ADAB-54A96B3D9F8C}" srcOrd="0" destOrd="0" presId="urn:microsoft.com/office/officeart/2005/8/layout/default"/>
    <dgm:cxn modelId="{4A100318-B94D-C44C-8FE8-747D77A400E8}" type="presOf" srcId="{89AE28A2-9098-4E5E-AEE2-88BFE808C131}" destId="{2E0B29DB-4697-1948-8E4C-05347AA1462D}" srcOrd="0" destOrd="0" presId="urn:microsoft.com/office/officeart/2005/8/layout/default"/>
    <dgm:cxn modelId="{08C5FF2F-2E63-8141-B2E7-BAFE8C376643}" type="presOf" srcId="{592472E5-74AA-431B-8918-510A6DBCDF2C}" destId="{D9E7DA18-4299-814F-9659-D7CF78C46998}" srcOrd="0" destOrd="0" presId="urn:microsoft.com/office/officeart/2005/8/layout/default"/>
    <dgm:cxn modelId="{C7F79030-F552-C04D-80F1-D3ED9415D4AC}" type="presOf" srcId="{8D87C597-ACC9-4CA9-B089-5F2851AF69AC}" destId="{9EA111F3-72E7-E84B-8926-935289638484}" srcOrd="0" destOrd="0" presId="urn:microsoft.com/office/officeart/2005/8/layout/default"/>
    <dgm:cxn modelId="{E5557D35-9B86-4975-AC22-7EA59106FBCC}" srcId="{89AE28A2-9098-4E5E-AEE2-88BFE808C131}" destId="{7C7D730A-A87C-4B6B-977C-53F36774C99C}" srcOrd="3" destOrd="0" parTransId="{01E8E150-627E-4C5B-A348-458842F31439}" sibTransId="{C6C4C45C-1A9F-449D-8ACA-44111AD40D10}"/>
    <dgm:cxn modelId="{FAE3023C-7281-422A-A54A-87D8218B23AC}" srcId="{89AE28A2-9098-4E5E-AEE2-88BFE808C131}" destId="{074B83CC-B620-4F27-8D50-7D516A293CF8}" srcOrd="1" destOrd="0" parTransId="{87D045A5-B125-41FB-9E31-E838547EB0D6}" sibTransId="{5905CA80-1E99-4414-A8C5-557860F77DF7}"/>
    <dgm:cxn modelId="{2F6E0349-9781-47EA-BDD9-D6A0CCA19421}" srcId="{89AE28A2-9098-4E5E-AEE2-88BFE808C131}" destId="{8D87C597-ACC9-4CA9-B089-5F2851AF69AC}" srcOrd="11" destOrd="0" parTransId="{00DD572D-027C-41EF-984D-1C9CE315BE29}" sibTransId="{42C73744-18B2-4CBF-9DB6-F4527294DB31}"/>
    <dgm:cxn modelId="{DEB8B84A-C4E5-2041-BFD8-F4F81CA09B68}" type="presOf" srcId="{9C474D1E-ACC9-44D3-A1A1-BE1315B3E2AE}" destId="{02A4D551-829F-3947-B720-88DFC79EC36F}" srcOrd="0" destOrd="0" presId="urn:microsoft.com/office/officeart/2005/8/layout/default"/>
    <dgm:cxn modelId="{A9ABE94C-EAB0-4340-ADD9-98E0F8F977CB}" type="presOf" srcId="{54CE9DCB-2A4D-457F-96E7-FE9851BC52BF}" destId="{D601DA9B-6B65-A24A-841C-6B2EAB6AF115}" srcOrd="0" destOrd="0" presId="urn:microsoft.com/office/officeart/2005/8/layout/default"/>
    <dgm:cxn modelId="{F04C7259-DC2C-46E3-A1CD-450966E0C0E0}" srcId="{89AE28A2-9098-4E5E-AEE2-88BFE808C131}" destId="{54CE9DCB-2A4D-457F-96E7-FE9851BC52BF}" srcOrd="2" destOrd="0" parTransId="{FAA0A69D-B1F1-4B18-85FB-A7EEE4718634}" sibTransId="{488D17DE-3C6A-4EC4-AFFE-A7EB8EBD64E2}"/>
    <dgm:cxn modelId="{55CBD760-BB68-46DB-907C-A2DA47562991}" srcId="{89AE28A2-9098-4E5E-AEE2-88BFE808C131}" destId="{9C474D1E-ACC9-44D3-A1A1-BE1315B3E2AE}" srcOrd="6" destOrd="0" parTransId="{406848B4-3740-4035-BD7E-BBC3AB8FC6F9}" sibTransId="{A60E6979-8D12-4AFB-8F5D-B51AA77EA408}"/>
    <dgm:cxn modelId="{64F35C66-1DDF-2F47-BF1A-1BB659EA5C54}" type="presOf" srcId="{CF6E0AA2-5325-43BA-8C19-70E0C38A9A3A}" destId="{FF8E0D3F-1926-8747-BCDA-CE1DFB04272D}" srcOrd="0" destOrd="0" presId="urn:microsoft.com/office/officeart/2005/8/layout/default"/>
    <dgm:cxn modelId="{CDF9746C-2B37-4669-887D-433808064D90}" srcId="{89AE28A2-9098-4E5E-AEE2-88BFE808C131}" destId="{592472E5-74AA-431B-8918-510A6DBCDF2C}" srcOrd="7" destOrd="0" parTransId="{FC9ED5C3-E582-4091-8F56-C3DAD869CFAF}" sibTransId="{5BD6F076-74AD-4624-AEB3-7BBE60DD140D}"/>
    <dgm:cxn modelId="{9D2A1E6E-8759-B943-977E-6E047E2D23D9}" type="presOf" srcId="{074B83CC-B620-4F27-8D50-7D516A293CF8}" destId="{F4F69AA7-36BA-DC47-9B98-6A0C70CDFEC8}" srcOrd="0" destOrd="0" presId="urn:microsoft.com/office/officeart/2005/8/layout/default"/>
    <dgm:cxn modelId="{89CE3782-B19C-404C-8F0F-213B732AED74}" srcId="{89AE28A2-9098-4E5E-AEE2-88BFE808C131}" destId="{B470B3B2-320F-4C96-AA52-1D2B556C62FF}" srcOrd="5" destOrd="0" parTransId="{AED91E8E-63D7-486A-9F95-D2DEC8F184E3}" sibTransId="{9DEC565E-7CD7-4854-82A5-4FF63B2A0317}"/>
    <dgm:cxn modelId="{DDA5BD84-C38B-4B14-893E-E0F3FB1A5419}" srcId="{89AE28A2-9098-4E5E-AEE2-88BFE808C131}" destId="{469826B4-1D1D-4B1E-9AB1-7E430C6F3B1F}" srcOrd="9" destOrd="0" parTransId="{1B7064EB-98C8-454B-8EA0-2D08E58C1D46}" sibTransId="{3249E2DB-D0DC-4565-AA45-DA75C8CE060B}"/>
    <dgm:cxn modelId="{A1CDA693-7A62-493F-9E96-14790CA73114}" srcId="{89AE28A2-9098-4E5E-AEE2-88BFE808C131}" destId="{B3329645-BF7F-448B-A6B0-3485CD01743A}" srcOrd="12" destOrd="0" parTransId="{74FB789F-D247-4536-AEFA-D7ECE36F728D}" sibTransId="{0F864113-4DEC-4348-8666-31C7B91B5BE6}"/>
    <dgm:cxn modelId="{DBA45B99-DDB5-A74D-BC75-79E823197896}" type="presOf" srcId="{7C7D730A-A87C-4B6B-977C-53F36774C99C}" destId="{D84309A4-56BE-574B-BB09-6437C65AC747}" srcOrd="0" destOrd="0" presId="urn:microsoft.com/office/officeart/2005/8/layout/default"/>
    <dgm:cxn modelId="{32DA7E9D-3C52-4CE7-A05D-997AA89EFB10}" srcId="{89AE28A2-9098-4E5E-AEE2-88BFE808C131}" destId="{05693572-215E-4D7F-B46C-66E3AE7BA5AA}" srcOrd="4" destOrd="0" parTransId="{46607236-A629-4B68-A4F6-186E974C8ADE}" sibTransId="{EFCC6C2C-F0CC-4FA5-AC64-86100B1784C0}"/>
    <dgm:cxn modelId="{B809A9A2-CE7A-455C-BD1A-94FA25168C9A}" srcId="{89AE28A2-9098-4E5E-AEE2-88BFE808C131}" destId="{27698AE3-34A9-4F9C-822F-06ABE2CEB4F8}" srcOrd="0" destOrd="0" parTransId="{693725F9-92F8-4631-8E5D-07D5828B13D6}" sibTransId="{38866162-9D5C-45BA-A428-D2A80D524F4E}"/>
    <dgm:cxn modelId="{43BD86B0-E438-DE46-9BE9-0BE994F5AED9}" type="presOf" srcId="{B3329645-BF7F-448B-A6B0-3485CD01743A}" destId="{74A515AA-BB72-B843-9FBF-521B010AF9AB}" srcOrd="0" destOrd="0" presId="urn:microsoft.com/office/officeart/2005/8/layout/default"/>
    <dgm:cxn modelId="{05889EB4-3D82-4F30-8D70-753A7D74ECD5}" srcId="{89AE28A2-9098-4E5E-AEE2-88BFE808C131}" destId="{CF6E0AA2-5325-43BA-8C19-70E0C38A9A3A}" srcOrd="10" destOrd="0" parTransId="{A6A5E571-20EB-45C6-B608-464BD57A2FBD}" sibTransId="{075E75EA-CB35-49DB-ADBA-D99A2F00F105}"/>
    <dgm:cxn modelId="{4B8842C9-AE57-1E48-9503-934EFC464A21}" type="presOf" srcId="{27698AE3-34A9-4F9C-822F-06ABE2CEB4F8}" destId="{FFD52F2D-D72D-6C4C-9470-EEBE9E809463}" srcOrd="0" destOrd="0" presId="urn:microsoft.com/office/officeart/2005/8/layout/default"/>
    <dgm:cxn modelId="{211207D2-F7AD-D842-B940-630130983088}" type="presOf" srcId="{05693572-215E-4D7F-B46C-66E3AE7BA5AA}" destId="{AEDCD469-EF27-9D4E-B75A-6A52157193FE}" srcOrd="0" destOrd="0" presId="urn:microsoft.com/office/officeart/2005/8/layout/default"/>
    <dgm:cxn modelId="{F013ADDB-021B-40D3-96A3-3AB748C4E576}" srcId="{89AE28A2-9098-4E5E-AEE2-88BFE808C131}" destId="{F5BF8866-342F-4F45-9492-089C4637F1D4}" srcOrd="8" destOrd="0" parTransId="{17FE7586-692C-4DC1-8C32-97D89606D9AA}" sibTransId="{5DEF4B7D-2D21-4052-889C-5D6088701451}"/>
    <dgm:cxn modelId="{47467FFA-C288-0C46-BE71-392FD228E418}" type="presOf" srcId="{B470B3B2-320F-4C96-AA52-1D2B556C62FF}" destId="{F297A552-BC5F-7345-9C74-5EF5C33FAC24}" srcOrd="0" destOrd="0" presId="urn:microsoft.com/office/officeart/2005/8/layout/default"/>
    <dgm:cxn modelId="{512A3301-BE6F-CF47-BB89-1E01E7384367}" type="presParOf" srcId="{2E0B29DB-4697-1948-8E4C-05347AA1462D}" destId="{FFD52F2D-D72D-6C4C-9470-EEBE9E809463}" srcOrd="0" destOrd="0" presId="urn:microsoft.com/office/officeart/2005/8/layout/default"/>
    <dgm:cxn modelId="{E1B8126D-A075-EE4A-A97D-2C98C0690400}" type="presParOf" srcId="{2E0B29DB-4697-1948-8E4C-05347AA1462D}" destId="{94A773B8-33E2-7748-8D9F-17E064DC5F04}" srcOrd="1" destOrd="0" presId="urn:microsoft.com/office/officeart/2005/8/layout/default"/>
    <dgm:cxn modelId="{B9D77FA4-CA2F-BE4C-91FE-D40B9E3DE517}" type="presParOf" srcId="{2E0B29DB-4697-1948-8E4C-05347AA1462D}" destId="{F4F69AA7-36BA-DC47-9B98-6A0C70CDFEC8}" srcOrd="2" destOrd="0" presId="urn:microsoft.com/office/officeart/2005/8/layout/default"/>
    <dgm:cxn modelId="{D2C287BF-7E28-3945-99B5-54C9811547C8}" type="presParOf" srcId="{2E0B29DB-4697-1948-8E4C-05347AA1462D}" destId="{BA683C5B-3A41-CB49-8271-2EDD18591C1F}" srcOrd="3" destOrd="0" presId="urn:microsoft.com/office/officeart/2005/8/layout/default"/>
    <dgm:cxn modelId="{3258F588-70F0-DF45-A981-9FF8C7CFD7A2}" type="presParOf" srcId="{2E0B29DB-4697-1948-8E4C-05347AA1462D}" destId="{D601DA9B-6B65-A24A-841C-6B2EAB6AF115}" srcOrd="4" destOrd="0" presId="urn:microsoft.com/office/officeart/2005/8/layout/default"/>
    <dgm:cxn modelId="{CA9E11FB-B71F-7A49-A02C-20584683118D}" type="presParOf" srcId="{2E0B29DB-4697-1948-8E4C-05347AA1462D}" destId="{110C7AEC-DC7B-6E48-8F92-05848B90B03D}" srcOrd="5" destOrd="0" presId="urn:microsoft.com/office/officeart/2005/8/layout/default"/>
    <dgm:cxn modelId="{F82D45FD-DB9B-D04D-B60B-85C693C56E4F}" type="presParOf" srcId="{2E0B29DB-4697-1948-8E4C-05347AA1462D}" destId="{D84309A4-56BE-574B-BB09-6437C65AC747}" srcOrd="6" destOrd="0" presId="urn:microsoft.com/office/officeart/2005/8/layout/default"/>
    <dgm:cxn modelId="{5734E383-D38E-EB46-A3AF-854867D45ED4}" type="presParOf" srcId="{2E0B29DB-4697-1948-8E4C-05347AA1462D}" destId="{06A96B9B-8943-AE49-BD00-81CAB8DC3487}" srcOrd="7" destOrd="0" presId="urn:microsoft.com/office/officeart/2005/8/layout/default"/>
    <dgm:cxn modelId="{99F8638F-98CD-3144-9F19-6BB9E4D06938}" type="presParOf" srcId="{2E0B29DB-4697-1948-8E4C-05347AA1462D}" destId="{AEDCD469-EF27-9D4E-B75A-6A52157193FE}" srcOrd="8" destOrd="0" presId="urn:microsoft.com/office/officeart/2005/8/layout/default"/>
    <dgm:cxn modelId="{5E7050D4-4DC1-1F45-B35D-863BA03B0DCA}" type="presParOf" srcId="{2E0B29DB-4697-1948-8E4C-05347AA1462D}" destId="{2B3718B4-8EDC-484F-8758-B9E198400878}" srcOrd="9" destOrd="0" presId="urn:microsoft.com/office/officeart/2005/8/layout/default"/>
    <dgm:cxn modelId="{BD772D34-D16A-644D-AF82-2D0C9D0F11E0}" type="presParOf" srcId="{2E0B29DB-4697-1948-8E4C-05347AA1462D}" destId="{F297A552-BC5F-7345-9C74-5EF5C33FAC24}" srcOrd="10" destOrd="0" presId="urn:microsoft.com/office/officeart/2005/8/layout/default"/>
    <dgm:cxn modelId="{21C95517-5FA5-8E4E-9843-E83F8F6E53B7}" type="presParOf" srcId="{2E0B29DB-4697-1948-8E4C-05347AA1462D}" destId="{D5B6EE0E-1BDC-6D47-BB40-A0B4F3596BD7}" srcOrd="11" destOrd="0" presId="urn:microsoft.com/office/officeart/2005/8/layout/default"/>
    <dgm:cxn modelId="{0168991D-B6B8-9C40-910D-527A25B9C9D6}" type="presParOf" srcId="{2E0B29DB-4697-1948-8E4C-05347AA1462D}" destId="{02A4D551-829F-3947-B720-88DFC79EC36F}" srcOrd="12" destOrd="0" presId="urn:microsoft.com/office/officeart/2005/8/layout/default"/>
    <dgm:cxn modelId="{02B87869-C740-694C-861D-261775954C05}" type="presParOf" srcId="{2E0B29DB-4697-1948-8E4C-05347AA1462D}" destId="{3CB34645-FEB8-A647-9AD7-5C7E2BC6E7AC}" srcOrd="13" destOrd="0" presId="urn:microsoft.com/office/officeart/2005/8/layout/default"/>
    <dgm:cxn modelId="{7DBAA0BC-336F-F44C-BBE6-459EE9D645E5}" type="presParOf" srcId="{2E0B29DB-4697-1948-8E4C-05347AA1462D}" destId="{D9E7DA18-4299-814F-9659-D7CF78C46998}" srcOrd="14" destOrd="0" presId="urn:microsoft.com/office/officeart/2005/8/layout/default"/>
    <dgm:cxn modelId="{8F909413-43B6-3049-950C-A3CE323A3AFF}" type="presParOf" srcId="{2E0B29DB-4697-1948-8E4C-05347AA1462D}" destId="{7CD308B3-D32B-A443-819A-6CDD78533917}" srcOrd="15" destOrd="0" presId="urn:microsoft.com/office/officeart/2005/8/layout/default"/>
    <dgm:cxn modelId="{6047215F-2838-D640-9A87-DC0B4B113D0A}" type="presParOf" srcId="{2E0B29DB-4697-1948-8E4C-05347AA1462D}" destId="{68C380BC-F4AF-2445-ADAB-54A96B3D9F8C}" srcOrd="16" destOrd="0" presId="urn:microsoft.com/office/officeart/2005/8/layout/default"/>
    <dgm:cxn modelId="{735A0A60-2C7B-824A-B3DF-3A3B92F0ABA4}" type="presParOf" srcId="{2E0B29DB-4697-1948-8E4C-05347AA1462D}" destId="{6B4BD209-532B-1F43-ACC6-200B5748FB2D}" srcOrd="17" destOrd="0" presId="urn:microsoft.com/office/officeart/2005/8/layout/default"/>
    <dgm:cxn modelId="{F916DC6F-AB70-7E47-A78A-1EAD937BA3CC}" type="presParOf" srcId="{2E0B29DB-4697-1948-8E4C-05347AA1462D}" destId="{2BD8CB4C-D742-4947-B62D-AD545F06E270}" srcOrd="18" destOrd="0" presId="urn:microsoft.com/office/officeart/2005/8/layout/default"/>
    <dgm:cxn modelId="{4B16451F-DD4C-9540-8272-A32549AE7B45}" type="presParOf" srcId="{2E0B29DB-4697-1948-8E4C-05347AA1462D}" destId="{A8E84138-9711-1E45-AA75-9DA04D34B11D}" srcOrd="19" destOrd="0" presId="urn:microsoft.com/office/officeart/2005/8/layout/default"/>
    <dgm:cxn modelId="{BA2C9D49-322D-F746-94F2-159BA87FD795}" type="presParOf" srcId="{2E0B29DB-4697-1948-8E4C-05347AA1462D}" destId="{FF8E0D3F-1926-8747-BCDA-CE1DFB04272D}" srcOrd="20" destOrd="0" presId="urn:microsoft.com/office/officeart/2005/8/layout/default"/>
    <dgm:cxn modelId="{2E153266-4768-9245-BC19-E35E455A2CA1}" type="presParOf" srcId="{2E0B29DB-4697-1948-8E4C-05347AA1462D}" destId="{355969BE-16D3-5145-8ACB-1B33CEA7E7B8}" srcOrd="21" destOrd="0" presId="urn:microsoft.com/office/officeart/2005/8/layout/default"/>
    <dgm:cxn modelId="{A1E2CF18-1A19-974E-B3C9-3E697940CE81}" type="presParOf" srcId="{2E0B29DB-4697-1948-8E4C-05347AA1462D}" destId="{9EA111F3-72E7-E84B-8926-935289638484}" srcOrd="22" destOrd="0" presId="urn:microsoft.com/office/officeart/2005/8/layout/default"/>
    <dgm:cxn modelId="{44F88D26-90B9-8346-9952-BEB8CA281CA4}" type="presParOf" srcId="{2E0B29DB-4697-1948-8E4C-05347AA1462D}" destId="{98DDE381-5BA5-C346-A740-F890A7779251}" srcOrd="23" destOrd="0" presId="urn:microsoft.com/office/officeart/2005/8/layout/default"/>
    <dgm:cxn modelId="{511FB92D-B38E-1145-B0EC-481E030B61DF}" type="presParOf" srcId="{2E0B29DB-4697-1948-8E4C-05347AA1462D}" destId="{74A515AA-BB72-B843-9FBF-521B010AF9AB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5EB43B-43E5-4871-BCB3-025FEBE382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39630F-1D11-465F-8B47-F09B54933F3C}">
      <dgm:prSet/>
      <dgm:spPr/>
      <dgm:t>
        <a:bodyPr/>
        <a:lstStyle/>
        <a:p>
          <a:r>
            <a:rPr lang="en-US"/>
            <a:t>📊 </a:t>
          </a:r>
          <a:r>
            <a:rPr lang="en-US" b="1"/>
            <a:t>Total Claims:</a:t>
          </a:r>
          <a:r>
            <a:rPr lang="en-US"/>
            <a:t> 70</a:t>
          </a:r>
        </a:p>
      </dgm:t>
    </dgm:pt>
    <dgm:pt modelId="{396F689E-6DDA-4678-B0F7-8C8E33AC4A9B}" type="parTrans" cxnId="{2B5DC75B-3E3E-4055-93EF-8B4E4FCF6B7F}">
      <dgm:prSet/>
      <dgm:spPr/>
      <dgm:t>
        <a:bodyPr/>
        <a:lstStyle/>
        <a:p>
          <a:endParaRPr lang="en-US"/>
        </a:p>
      </dgm:t>
    </dgm:pt>
    <dgm:pt modelId="{C0AF5C72-75C6-453B-B6B8-082ED2A8CC31}" type="sibTrans" cxnId="{2B5DC75B-3E3E-4055-93EF-8B4E4FCF6B7F}">
      <dgm:prSet/>
      <dgm:spPr/>
      <dgm:t>
        <a:bodyPr/>
        <a:lstStyle/>
        <a:p>
          <a:endParaRPr lang="en-US"/>
        </a:p>
      </dgm:t>
    </dgm:pt>
    <dgm:pt modelId="{38F0C0AE-812A-41DD-ACDD-C94483777537}">
      <dgm:prSet/>
      <dgm:spPr/>
      <dgm:t>
        <a:bodyPr/>
        <a:lstStyle/>
        <a:p>
          <a:r>
            <a:rPr lang="en-US"/>
            <a:t>Approved: ~31% (22 claims)</a:t>
          </a:r>
        </a:p>
      </dgm:t>
    </dgm:pt>
    <dgm:pt modelId="{568A9B95-BB4C-4941-A9CB-2FB3889CA2BC}" type="parTrans" cxnId="{9EA23BFC-8C97-45B1-9285-083E57CFEECA}">
      <dgm:prSet/>
      <dgm:spPr/>
      <dgm:t>
        <a:bodyPr/>
        <a:lstStyle/>
        <a:p>
          <a:endParaRPr lang="en-US"/>
        </a:p>
      </dgm:t>
    </dgm:pt>
    <dgm:pt modelId="{2020FF5E-CCC6-4306-8F36-D48D703232E3}" type="sibTrans" cxnId="{9EA23BFC-8C97-45B1-9285-083E57CFEECA}">
      <dgm:prSet/>
      <dgm:spPr/>
      <dgm:t>
        <a:bodyPr/>
        <a:lstStyle/>
        <a:p>
          <a:endParaRPr lang="en-US"/>
        </a:p>
      </dgm:t>
    </dgm:pt>
    <dgm:pt modelId="{A19B50FB-2230-4397-A589-EE86D5046052}">
      <dgm:prSet/>
      <dgm:spPr/>
      <dgm:t>
        <a:bodyPr/>
        <a:lstStyle/>
        <a:p>
          <a:r>
            <a:rPr lang="en-US"/>
            <a:t>Rejected: ~26% (18 claims)</a:t>
          </a:r>
        </a:p>
      </dgm:t>
    </dgm:pt>
    <dgm:pt modelId="{F6141F36-1D8E-4218-B1DD-5260559BFA8C}" type="parTrans" cxnId="{BB813C0C-DEA2-41E4-9EDE-E573F96F267F}">
      <dgm:prSet/>
      <dgm:spPr/>
      <dgm:t>
        <a:bodyPr/>
        <a:lstStyle/>
        <a:p>
          <a:endParaRPr lang="en-US"/>
        </a:p>
      </dgm:t>
    </dgm:pt>
    <dgm:pt modelId="{170F168D-B06A-463F-B65C-34EB74726AFE}" type="sibTrans" cxnId="{BB813C0C-DEA2-41E4-9EDE-E573F96F267F}">
      <dgm:prSet/>
      <dgm:spPr/>
      <dgm:t>
        <a:bodyPr/>
        <a:lstStyle/>
        <a:p>
          <a:endParaRPr lang="en-US"/>
        </a:p>
      </dgm:t>
    </dgm:pt>
    <dgm:pt modelId="{0388E21E-5ECC-4CC7-9A76-FAB105F98C9A}">
      <dgm:prSet/>
      <dgm:spPr/>
      <dgm:t>
        <a:bodyPr/>
        <a:lstStyle/>
        <a:p>
          <a:r>
            <a:rPr lang="en-US"/>
            <a:t>Pending: ~43% (30 claims)</a:t>
          </a:r>
        </a:p>
      </dgm:t>
    </dgm:pt>
    <dgm:pt modelId="{D27F0DCE-C8E6-4C27-B3BD-565682E34FA0}" type="parTrans" cxnId="{61A15B7D-1681-44C9-B9FA-E0CF5A9B6471}">
      <dgm:prSet/>
      <dgm:spPr/>
      <dgm:t>
        <a:bodyPr/>
        <a:lstStyle/>
        <a:p>
          <a:endParaRPr lang="en-US"/>
        </a:p>
      </dgm:t>
    </dgm:pt>
    <dgm:pt modelId="{4584A766-5EC4-474E-A6D7-A46FFA687BC7}" type="sibTrans" cxnId="{61A15B7D-1681-44C9-B9FA-E0CF5A9B6471}">
      <dgm:prSet/>
      <dgm:spPr/>
      <dgm:t>
        <a:bodyPr/>
        <a:lstStyle/>
        <a:p>
          <a:endParaRPr lang="en-US"/>
        </a:p>
      </dgm:t>
    </dgm:pt>
    <dgm:pt modelId="{9A2948F0-F694-4DDE-8C13-F6ADB0878B84}">
      <dgm:prSet/>
      <dgm:spPr/>
      <dgm:t>
        <a:bodyPr/>
        <a:lstStyle/>
        <a:p>
          <a:r>
            <a:rPr lang="en-US"/>
            <a:t>💰 </a:t>
          </a:r>
          <a:r>
            <a:rPr lang="en-US" b="1"/>
            <a:t>Total Claim Amount:</a:t>
          </a:r>
          <a:r>
            <a:rPr lang="en-US"/>
            <a:t> ₹7.2 Million</a:t>
          </a:r>
        </a:p>
      </dgm:t>
    </dgm:pt>
    <dgm:pt modelId="{D6F22557-7249-498B-BF60-B8A72F5D5BA6}" type="parTrans" cxnId="{87CC8FD8-5D3B-4521-9639-CAA373BAD0C9}">
      <dgm:prSet/>
      <dgm:spPr/>
      <dgm:t>
        <a:bodyPr/>
        <a:lstStyle/>
        <a:p>
          <a:endParaRPr lang="en-US"/>
        </a:p>
      </dgm:t>
    </dgm:pt>
    <dgm:pt modelId="{5488E5F8-9560-4553-AC4E-B691BB24D77C}" type="sibTrans" cxnId="{87CC8FD8-5D3B-4521-9639-CAA373BAD0C9}">
      <dgm:prSet/>
      <dgm:spPr/>
      <dgm:t>
        <a:bodyPr/>
        <a:lstStyle/>
        <a:p>
          <a:endParaRPr lang="en-US"/>
        </a:p>
      </dgm:t>
    </dgm:pt>
    <dgm:pt modelId="{54A871AF-C710-46C8-9A00-EFBF623A906F}">
      <dgm:prSet/>
      <dgm:spPr/>
      <dgm:t>
        <a:bodyPr/>
        <a:lstStyle/>
        <a:p>
          <a:r>
            <a:rPr lang="en-US"/>
            <a:t>Average claim: ₹102,857</a:t>
          </a:r>
        </a:p>
      </dgm:t>
    </dgm:pt>
    <dgm:pt modelId="{3DAED060-58B0-4E16-ABE9-5DA5B3CC3617}" type="parTrans" cxnId="{70F2BA2A-AB9B-4E9B-AFA7-24EB6F0B6C6A}">
      <dgm:prSet/>
      <dgm:spPr/>
      <dgm:t>
        <a:bodyPr/>
        <a:lstStyle/>
        <a:p>
          <a:endParaRPr lang="en-US"/>
        </a:p>
      </dgm:t>
    </dgm:pt>
    <dgm:pt modelId="{8531C3C9-427F-46EC-A9C3-2315AEB538F8}" type="sibTrans" cxnId="{70F2BA2A-AB9B-4E9B-AFA7-24EB6F0B6C6A}">
      <dgm:prSet/>
      <dgm:spPr/>
      <dgm:t>
        <a:bodyPr/>
        <a:lstStyle/>
        <a:p>
          <a:endParaRPr lang="en-US"/>
        </a:p>
      </dgm:t>
    </dgm:pt>
    <dgm:pt modelId="{4B63D083-B33C-4F61-87C2-5890C532D5E5}">
      <dgm:prSet/>
      <dgm:spPr/>
      <dgm:t>
        <a:bodyPr/>
        <a:lstStyle/>
        <a:p>
          <a:r>
            <a:rPr lang="en-US"/>
            <a:t>Range: ₹13,667 - ₹193,801</a:t>
          </a:r>
        </a:p>
      </dgm:t>
    </dgm:pt>
    <dgm:pt modelId="{3B5E8A74-30FF-4A71-895B-077B8B691231}" type="parTrans" cxnId="{0897AA31-5BA2-4219-9F38-A8EC320B9F8A}">
      <dgm:prSet/>
      <dgm:spPr/>
      <dgm:t>
        <a:bodyPr/>
        <a:lstStyle/>
        <a:p>
          <a:endParaRPr lang="en-US"/>
        </a:p>
      </dgm:t>
    </dgm:pt>
    <dgm:pt modelId="{8BB2EC3D-797B-4911-BE04-4C92A0C6CEDB}" type="sibTrans" cxnId="{0897AA31-5BA2-4219-9F38-A8EC320B9F8A}">
      <dgm:prSet/>
      <dgm:spPr/>
      <dgm:t>
        <a:bodyPr/>
        <a:lstStyle/>
        <a:p>
          <a:endParaRPr lang="en-US"/>
        </a:p>
      </dgm:t>
    </dgm:pt>
    <dgm:pt modelId="{976D2573-CCA1-C941-9BDD-F58FDD1B2629}" type="pres">
      <dgm:prSet presAssocID="{3D5EB43B-43E5-4871-BCB3-025FEBE382E0}" presName="linear" presStyleCnt="0">
        <dgm:presLayoutVars>
          <dgm:animLvl val="lvl"/>
          <dgm:resizeHandles val="exact"/>
        </dgm:presLayoutVars>
      </dgm:prSet>
      <dgm:spPr/>
    </dgm:pt>
    <dgm:pt modelId="{EF8ED3C9-DEC3-B449-AC74-8F816CFBF71B}" type="pres">
      <dgm:prSet presAssocID="{0139630F-1D11-465F-8B47-F09B54933F3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02F53A8-6D09-9C4A-8F51-2A7DB4EE33CC}" type="pres">
      <dgm:prSet presAssocID="{C0AF5C72-75C6-453B-B6B8-082ED2A8CC31}" presName="spacer" presStyleCnt="0"/>
      <dgm:spPr/>
    </dgm:pt>
    <dgm:pt modelId="{11BC774D-F745-124A-9598-914703EBF4F8}" type="pres">
      <dgm:prSet presAssocID="{38F0C0AE-812A-41DD-ACDD-C9448377753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485030C-821C-624D-A1B0-03F4D86ABF5E}" type="pres">
      <dgm:prSet presAssocID="{2020FF5E-CCC6-4306-8F36-D48D703232E3}" presName="spacer" presStyleCnt="0"/>
      <dgm:spPr/>
    </dgm:pt>
    <dgm:pt modelId="{F542EF62-C50A-5541-A095-DE323FC96C18}" type="pres">
      <dgm:prSet presAssocID="{A19B50FB-2230-4397-A589-EE86D504605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89C8D3A-C996-1B42-B642-C021A8803945}" type="pres">
      <dgm:prSet presAssocID="{170F168D-B06A-463F-B65C-34EB74726AFE}" presName="spacer" presStyleCnt="0"/>
      <dgm:spPr/>
    </dgm:pt>
    <dgm:pt modelId="{BB93A24C-3198-A743-85C9-C5042F1D36AE}" type="pres">
      <dgm:prSet presAssocID="{0388E21E-5ECC-4CC7-9A76-FAB105F98C9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19B004E-EB88-4841-89B8-600D0EFA4BE8}" type="pres">
      <dgm:prSet presAssocID="{4584A766-5EC4-474E-A6D7-A46FFA687BC7}" presName="spacer" presStyleCnt="0"/>
      <dgm:spPr/>
    </dgm:pt>
    <dgm:pt modelId="{ACD34151-EE19-2345-86E0-ACEF9FF31E74}" type="pres">
      <dgm:prSet presAssocID="{9A2948F0-F694-4DDE-8C13-F6ADB0878B8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0C4D21B-8DFA-4447-89BD-B6952FC33F87}" type="pres">
      <dgm:prSet presAssocID="{5488E5F8-9560-4553-AC4E-B691BB24D77C}" presName="spacer" presStyleCnt="0"/>
      <dgm:spPr/>
    </dgm:pt>
    <dgm:pt modelId="{4FA82117-7217-4D43-B6DE-FCF54B907277}" type="pres">
      <dgm:prSet presAssocID="{54A871AF-C710-46C8-9A00-EFBF623A906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1BE63C6-AFEE-9047-A79B-AC40B622B82C}" type="pres">
      <dgm:prSet presAssocID="{8531C3C9-427F-46EC-A9C3-2315AEB538F8}" presName="spacer" presStyleCnt="0"/>
      <dgm:spPr/>
    </dgm:pt>
    <dgm:pt modelId="{9BB0F0F4-7BA0-F148-8B12-8FEE329F4526}" type="pres">
      <dgm:prSet presAssocID="{4B63D083-B33C-4F61-87C2-5890C532D5E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B813C0C-DEA2-41E4-9EDE-E573F96F267F}" srcId="{3D5EB43B-43E5-4871-BCB3-025FEBE382E0}" destId="{A19B50FB-2230-4397-A589-EE86D5046052}" srcOrd="2" destOrd="0" parTransId="{F6141F36-1D8E-4218-B1DD-5260559BFA8C}" sibTransId="{170F168D-B06A-463F-B65C-34EB74726AFE}"/>
    <dgm:cxn modelId="{70F2BA2A-AB9B-4E9B-AFA7-24EB6F0B6C6A}" srcId="{3D5EB43B-43E5-4871-BCB3-025FEBE382E0}" destId="{54A871AF-C710-46C8-9A00-EFBF623A906F}" srcOrd="5" destOrd="0" parTransId="{3DAED060-58B0-4E16-ABE9-5DA5B3CC3617}" sibTransId="{8531C3C9-427F-46EC-A9C3-2315AEB538F8}"/>
    <dgm:cxn modelId="{5ABF8131-78CE-174B-A9B6-17023730AFCB}" type="presOf" srcId="{9A2948F0-F694-4DDE-8C13-F6ADB0878B84}" destId="{ACD34151-EE19-2345-86E0-ACEF9FF31E74}" srcOrd="0" destOrd="0" presId="urn:microsoft.com/office/officeart/2005/8/layout/vList2"/>
    <dgm:cxn modelId="{0897AA31-5BA2-4219-9F38-A8EC320B9F8A}" srcId="{3D5EB43B-43E5-4871-BCB3-025FEBE382E0}" destId="{4B63D083-B33C-4F61-87C2-5890C532D5E5}" srcOrd="6" destOrd="0" parTransId="{3B5E8A74-30FF-4A71-895B-077B8B691231}" sibTransId="{8BB2EC3D-797B-4911-BE04-4C92A0C6CEDB}"/>
    <dgm:cxn modelId="{05D4023D-6D27-F741-BB6F-1B3394CBF01A}" type="presOf" srcId="{3D5EB43B-43E5-4871-BCB3-025FEBE382E0}" destId="{976D2573-CCA1-C941-9BDD-F58FDD1B2629}" srcOrd="0" destOrd="0" presId="urn:microsoft.com/office/officeart/2005/8/layout/vList2"/>
    <dgm:cxn modelId="{06B62549-61B4-D249-B13B-00D5A9A2321D}" type="presOf" srcId="{38F0C0AE-812A-41DD-ACDD-C94483777537}" destId="{11BC774D-F745-124A-9598-914703EBF4F8}" srcOrd="0" destOrd="0" presId="urn:microsoft.com/office/officeart/2005/8/layout/vList2"/>
    <dgm:cxn modelId="{66BF9651-7CF1-3E45-B82E-F92FF2FBFFD4}" type="presOf" srcId="{0388E21E-5ECC-4CC7-9A76-FAB105F98C9A}" destId="{BB93A24C-3198-A743-85C9-C5042F1D36AE}" srcOrd="0" destOrd="0" presId="urn:microsoft.com/office/officeart/2005/8/layout/vList2"/>
    <dgm:cxn modelId="{2B5DC75B-3E3E-4055-93EF-8B4E4FCF6B7F}" srcId="{3D5EB43B-43E5-4871-BCB3-025FEBE382E0}" destId="{0139630F-1D11-465F-8B47-F09B54933F3C}" srcOrd="0" destOrd="0" parTransId="{396F689E-6DDA-4678-B0F7-8C8E33AC4A9B}" sibTransId="{C0AF5C72-75C6-453B-B6B8-082ED2A8CC31}"/>
    <dgm:cxn modelId="{7F02C260-576C-AA4F-A368-6C062BCA458E}" type="presOf" srcId="{0139630F-1D11-465F-8B47-F09B54933F3C}" destId="{EF8ED3C9-DEC3-B449-AC74-8F816CFBF71B}" srcOrd="0" destOrd="0" presId="urn:microsoft.com/office/officeart/2005/8/layout/vList2"/>
    <dgm:cxn modelId="{5AC54568-AB0D-1C44-9370-A43DC9BEDA7D}" type="presOf" srcId="{4B63D083-B33C-4F61-87C2-5890C532D5E5}" destId="{9BB0F0F4-7BA0-F148-8B12-8FEE329F4526}" srcOrd="0" destOrd="0" presId="urn:microsoft.com/office/officeart/2005/8/layout/vList2"/>
    <dgm:cxn modelId="{AC5E107D-4561-F34B-B058-F6C9131794BA}" type="presOf" srcId="{54A871AF-C710-46C8-9A00-EFBF623A906F}" destId="{4FA82117-7217-4D43-B6DE-FCF54B907277}" srcOrd="0" destOrd="0" presId="urn:microsoft.com/office/officeart/2005/8/layout/vList2"/>
    <dgm:cxn modelId="{61A15B7D-1681-44C9-B9FA-E0CF5A9B6471}" srcId="{3D5EB43B-43E5-4871-BCB3-025FEBE382E0}" destId="{0388E21E-5ECC-4CC7-9A76-FAB105F98C9A}" srcOrd="3" destOrd="0" parTransId="{D27F0DCE-C8E6-4C27-B3BD-565682E34FA0}" sibTransId="{4584A766-5EC4-474E-A6D7-A46FFA687BC7}"/>
    <dgm:cxn modelId="{DF545C9D-59C3-2C46-B252-86C6A8B225E6}" type="presOf" srcId="{A19B50FB-2230-4397-A589-EE86D5046052}" destId="{F542EF62-C50A-5541-A095-DE323FC96C18}" srcOrd="0" destOrd="0" presId="urn:microsoft.com/office/officeart/2005/8/layout/vList2"/>
    <dgm:cxn modelId="{87CC8FD8-5D3B-4521-9639-CAA373BAD0C9}" srcId="{3D5EB43B-43E5-4871-BCB3-025FEBE382E0}" destId="{9A2948F0-F694-4DDE-8C13-F6ADB0878B84}" srcOrd="4" destOrd="0" parTransId="{D6F22557-7249-498B-BF60-B8A72F5D5BA6}" sibTransId="{5488E5F8-9560-4553-AC4E-B691BB24D77C}"/>
    <dgm:cxn modelId="{9EA23BFC-8C97-45B1-9285-083E57CFEECA}" srcId="{3D5EB43B-43E5-4871-BCB3-025FEBE382E0}" destId="{38F0C0AE-812A-41DD-ACDD-C94483777537}" srcOrd="1" destOrd="0" parTransId="{568A9B95-BB4C-4941-A9CB-2FB3889CA2BC}" sibTransId="{2020FF5E-CCC6-4306-8F36-D48D703232E3}"/>
    <dgm:cxn modelId="{EA6ECE01-3BFB-AB49-8479-B9D2150D81D0}" type="presParOf" srcId="{976D2573-CCA1-C941-9BDD-F58FDD1B2629}" destId="{EF8ED3C9-DEC3-B449-AC74-8F816CFBF71B}" srcOrd="0" destOrd="0" presId="urn:microsoft.com/office/officeart/2005/8/layout/vList2"/>
    <dgm:cxn modelId="{0A10F48C-67B9-594B-AEA7-DF8DC8B94E43}" type="presParOf" srcId="{976D2573-CCA1-C941-9BDD-F58FDD1B2629}" destId="{902F53A8-6D09-9C4A-8F51-2A7DB4EE33CC}" srcOrd="1" destOrd="0" presId="urn:microsoft.com/office/officeart/2005/8/layout/vList2"/>
    <dgm:cxn modelId="{064DD0BE-CBAC-2549-BFD3-BDEEAE2039DB}" type="presParOf" srcId="{976D2573-CCA1-C941-9BDD-F58FDD1B2629}" destId="{11BC774D-F745-124A-9598-914703EBF4F8}" srcOrd="2" destOrd="0" presId="urn:microsoft.com/office/officeart/2005/8/layout/vList2"/>
    <dgm:cxn modelId="{89637323-45B8-684A-98B5-ADB2613ACD26}" type="presParOf" srcId="{976D2573-CCA1-C941-9BDD-F58FDD1B2629}" destId="{C485030C-821C-624D-A1B0-03F4D86ABF5E}" srcOrd="3" destOrd="0" presId="urn:microsoft.com/office/officeart/2005/8/layout/vList2"/>
    <dgm:cxn modelId="{FFAF262D-2DA0-D845-A816-93F35739314F}" type="presParOf" srcId="{976D2573-CCA1-C941-9BDD-F58FDD1B2629}" destId="{F542EF62-C50A-5541-A095-DE323FC96C18}" srcOrd="4" destOrd="0" presId="urn:microsoft.com/office/officeart/2005/8/layout/vList2"/>
    <dgm:cxn modelId="{60BB2A17-3B02-D741-95BF-C7BFA4F26DFE}" type="presParOf" srcId="{976D2573-CCA1-C941-9BDD-F58FDD1B2629}" destId="{189C8D3A-C996-1B42-B642-C021A8803945}" srcOrd="5" destOrd="0" presId="urn:microsoft.com/office/officeart/2005/8/layout/vList2"/>
    <dgm:cxn modelId="{E953E0AE-7B2B-A440-8220-8BDFD9B5D5E5}" type="presParOf" srcId="{976D2573-CCA1-C941-9BDD-F58FDD1B2629}" destId="{BB93A24C-3198-A743-85C9-C5042F1D36AE}" srcOrd="6" destOrd="0" presId="urn:microsoft.com/office/officeart/2005/8/layout/vList2"/>
    <dgm:cxn modelId="{0972995D-9A5E-0E4D-A60B-0C8EC8415C50}" type="presParOf" srcId="{976D2573-CCA1-C941-9BDD-F58FDD1B2629}" destId="{019B004E-EB88-4841-89B8-600D0EFA4BE8}" srcOrd="7" destOrd="0" presId="urn:microsoft.com/office/officeart/2005/8/layout/vList2"/>
    <dgm:cxn modelId="{4D8677D3-9322-B34C-B7A5-E306551A8F91}" type="presParOf" srcId="{976D2573-CCA1-C941-9BDD-F58FDD1B2629}" destId="{ACD34151-EE19-2345-86E0-ACEF9FF31E74}" srcOrd="8" destOrd="0" presId="urn:microsoft.com/office/officeart/2005/8/layout/vList2"/>
    <dgm:cxn modelId="{4003506F-1F87-8242-9A0A-171C142D09E5}" type="presParOf" srcId="{976D2573-CCA1-C941-9BDD-F58FDD1B2629}" destId="{50C4D21B-8DFA-4447-89BD-B6952FC33F87}" srcOrd="9" destOrd="0" presId="urn:microsoft.com/office/officeart/2005/8/layout/vList2"/>
    <dgm:cxn modelId="{15B87EA4-30E6-C942-BD8F-5A1008788BE6}" type="presParOf" srcId="{976D2573-CCA1-C941-9BDD-F58FDD1B2629}" destId="{4FA82117-7217-4D43-B6DE-FCF54B907277}" srcOrd="10" destOrd="0" presId="urn:microsoft.com/office/officeart/2005/8/layout/vList2"/>
    <dgm:cxn modelId="{1323D48F-C170-AA4C-8414-C2FC34345008}" type="presParOf" srcId="{976D2573-CCA1-C941-9BDD-F58FDD1B2629}" destId="{41BE63C6-AFEE-9047-A79B-AC40B622B82C}" srcOrd="11" destOrd="0" presId="urn:microsoft.com/office/officeart/2005/8/layout/vList2"/>
    <dgm:cxn modelId="{884DB99C-A80F-164F-8829-9C6534460ECD}" type="presParOf" srcId="{976D2573-CCA1-C941-9BDD-F58FDD1B2629}" destId="{9BB0F0F4-7BA0-F148-8B12-8FEE329F452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8DEBD3B-E3C0-440B-AE50-77C99099C08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1AA2CA-AD19-4622-AAA5-75A8E519B97C}">
      <dgm:prSet/>
      <dgm:spPr/>
      <dgm:t>
        <a:bodyPr/>
        <a:lstStyle/>
        <a:p>
          <a:r>
            <a:rPr lang="en-US" b="1"/>
            <a:t>Premium Insights:</a:t>
          </a:r>
          <a:endParaRPr lang="en-US"/>
        </a:p>
      </dgm:t>
    </dgm:pt>
    <dgm:pt modelId="{48B9FE9C-1F5F-473C-A2B0-A1AB21C7A7B7}" type="parTrans" cxnId="{9D6EBCDE-2F3E-40AB-AF0F-3BB5031163BB}">
      <dgm:prSet/>
      <dgm:spPr/>
      <dgm:t>
        <a:bodyPr/>
        <a:lstStyle/>
        <a:p>
          <a:endParaRPr lang="en-US"/>
        </a:p>
      </dgm:t>
    </dgm:pt>
    <dgm:pt modelId="{FD2449D5-8707-4B60-9E42-3105648F3B55}" type="sibTrans" cxnId="{9D6EBCDE-2F3E-40AB-AF0F-3BB5031163BB}">
      <dgm:prSet/>
      <dgm:spPr/>
      <dgm:t>
        <a:bodyPr/>
        <a:lstStyle/>
        <a:p>
          <a:endParaRPr lang="en-US"/>
        </a:p>
      </dgm:t>
    </dgm:pt>
    <dgm:pt modelId="{F22E4717-9DE4-4B33-8C88-694C207E1EEF}">
      <dgm:prSet/>
      <dgm:spPr/>
      <dgm:t>
        <a:bodyPr/>
        <a:lstStyle/>
        <a:p>
          <a:r>
            <a:rPr lang="en-US"/>
            <a:t>💼 </a:t>
          </a:r>
          <a:r>
            <a:rPr lang="en-US" b="1"/>
            <a:t>Government vs Private:</a:t>
          </a:r>
          <a:endParaRPr lang="en-US"/>
        </a:p>
      </dgm:t>
    </dgm:pt>
    <dgm:pt modelId="{DDD90BFF-4B1A-49D1-8151-6D2B6C9282DF}" type="parTrans" cxnId="{CC6EE934-20FA-48A2-80DD-D85FC08251A1}">
      <dgm:prSet/>
      <dgm:spPr/>
      <dgm:t>
        <a:bodyPr/>
        <a:lstStyle/>
        <a:p>
          <a:endParaRPr lang="en-US"/>
        </a:p>
      </dgm:t>
    </dgm:pt>
    <dgm:pt modelId="{2D9D0CC9-1398-46C2-9CAC-D3E94344E15A}" type="sibTrans" cxnId="{CC6EE934-20FA-48A2-80DD-D85FC08251A1}">
      <dgm:prSet/>
      <dgm:spPr/>
      <dgm:t>
        <a:bodyPr/>
        <a:lstStyle/>
        <a:p>
          <a:endParaRPr lang="en-US"/>
        </a:p>
      </dgm:t>
    </dgm:pt>
    <dgm:pt modelId="{DC0DCA92-6CB6-4F46-BACE-EE1D602BFB6F}">
      <dgm:prSet/>
      <dgm:spPr/>
      <dgm:t>
        <a:bodyPr/>
        <a:lstStyle/>
        <a:p>
          <a:r>
            <a:rPr lang="en-US"/>
            <a:t>Private: ₹3.5M (87.5%)</a:t>
          </a:r>
        </a:p>
      </dgm:t>
    </dgm:pt>
    <dgm:pt modelId="{F5A176A5-31E6-4DCE-BE43-8A83C390B467}" type="parTrans" cxnId="{9D0D2C85-E893-49ED-B666-9E65D6636AF8}">
      <dgm:prSet/>
      <dgm:spPr/>
      <dgm:t>
        <a:bodyPr/>
        <a:lstStyle/>
        <a:p>
          <a:endParaRPr lang="en-US"/>
        </a:p>
      </dgm:t>
    </dgm:pt>
    <dgm:pt modelId="{385EFF16-DFF0-43EB-B04F-03934CD336F4}" type="sibTrans" cxnId="{9D0D2C85-E893-49ED-B666-9E65D6636AF8}">
      <dgm:prSet/>
      <dgm:spPr/>
      <dgm:t>
        <a:bodyPr/>
        <a:lstStyle/>
        <a:p>
          <a:endParaRPr lang="en-US"/>
        </a:p>
      </dgm:t>
    </dgm:pt>
    <dgm:pt modelId="{3C6AC483-A106-4ED4-86DC-848C85B05F60}">
      <dgm:prSet/>
      <dgm:spPr/>
      <dgm:t>
        <a:bodyPr/>
        <a:lstStyle/>
        <a:p>
          <a:r>
            <a:rPr lang="en-US"/>
            <a:t>Government: ₹0.5M (12.5%)</a:t>
          </a:r>
        </a:p>
      </dgm:t>
    </dgm:pt>
    <dgm:pt modelId="{7A61CFEA-82C3-4354-8D60-CD397C60ABAF}" type="parTrans" cxnId="{B2F2D238-14B2-4B45-B199-56D27B7A91FF}">
      <dgm:prSet/>
      <dgm:spPr/>
      <dgm:t>
        <a:bodyPr/>
        <a:lstStyle/>
        <a:p>
          <a:endParaRPr lang="en-US"/>
        </a:p>
      </dgm:t>
    </dgm:pt>
    <dgm:pt modelId="{91A1F82D-25FC-4E4F-BCA8-14502348D9BD}" type="sibTrans" cxnId="{B2F2D238-14B2-4B45-B199-56D27B7A91FF}">
      <dgm:prSet/>
      <dgm:spPr/>
      <dgm:t>
        <a:bodyPr/>
        <a:lstStyle/>
        <a:p>
          <a:endParaRPr lang="en-US"/>
        </a:p>
      </dgm:t>
    </dgm:pt>
    <dgm:pt modelId="{B2D82BD3-220B-429D-A632-C572BAECC1A2}">
      <dgm:prSet/>
      <dgm:spPr/>
      <dgm:t>
        <a:bodyPr/>
        <a:lstStyle/>
        <a:p>
          <a:r>
            <a:rPr lang="en-US" b="1"/>
            <a:t>Private dominates 7:1</a:t>
          </a:r>
          <a:endParaRPr lang="en-US"/>
        </a:p>
      </dgm:t>
    </dgm:pt>
    <dgm:pt modelId="{694DF1C2-CBBD-47C8-B303-1EC2349F8E35}" type="parTrans" cxnId="{07097D3E-941B-489E-8099-4DC5D26F04AD}">
      <dgm:prSet/>
      <dgm:spPr/>
      <dgm:t>
        <a:bodyPr/>
        <a:lstStyle/>
        <a:p>
          <a:endParaRPr lang="en-US"/>
        </a:p>
      </dgm:t>
    </dgm:pt>
    <dgm:pt modelId="{44A135A7-DB38-4D03-88AE-DE148CB098B1}" type="sibTrans" cxnId="{07097D3E-941B-489E-8099-4DC5D26F04AD}">
      <dgm:prSet/>
      <dgm:spPr/>
      <dgm:t>
        <a:bodyPr/>
        <a:lstStyle/>
        <a:p>
          <a:endParaRPr lang="en-US"/>
        </a:p>
      </dgm:t>
    </dgm:pt>
    <dgm:pt modelId="{379C3186-3A10-4421-B136-59B382680654}">
      <dgm:prSet/>
      <dgm:spPr/>
      <dgm:t>
        <a:bodyPr/>
        <a:lstStyle/>
        <a:p>
          <a:r>
            <a:rPr lang="en-US"/>
            <a:t>🏆 </a:t>
          </a:r>
          <a:r>
            <a:rPr lang="en-US" b="1"/>
            <a:t>Top Insurance Companies:</a:t>
          </a:r>
          <a:endParaRPr lang="en-US"/>
        </a:p>
      </dgm:t>
    </dgm:pt>
    <dgm:pt modelId="{966D9580-2AC8-470D-9A65-C2CEFCEEDB8A}" type="parTrans" cxnId="{3FF3E136-D2DD-4CDB-A53B-C803D93433A4}">
      <dgm:prSet/>
      <dgm:spPr/>
      <dgm:t>
        <a:bodyPr/>
        <a:lstStyle/>
        <a:p>
          <a:endParaRPr lang="en-US"/>
        </a:p>
      </dgm:t>
    </dgm:pt>
    <dgm:pt modelId="{9E4024C7-0113-416C-A302-729C5309A5A4}" type="sibTrans" cxnId="{3FF3E136-D2DD-4CDB-A53B-C803D93433A4}">
      <dgm:prSet/>
      <dgm:spPr/>
      <dgm:t>
        <a:bodyPr/>
        <a:lstStyle/>
        <a:p>
          <a:endParaRPr lang="en-US"/>
        </a:p>
      </dgm:t>
    </dgm:pt>
    <dgm:pt modelId="{9BF7F802-34CA-4B8D-BC6A-6273508EC798}">
      <dgm:prSet/>
      <dgm:spPr/>
      <dgm:t>
        <a:bodyPr/>
        <a:lstStyle/>
        <a:p>
          <a:r>
            <a:rPr lang="en-US"/>
            <a:t>Cholamandalam MS - ₹99,000</a:t>
          </a:r>
        </a:p>
      </dgm:t>
    </dgm:pt>
    <dgm:pt modelId="{91EA6256-64D6-4C66-9829-F868A330BF91}" type="parTrans" cxnId="{226726BF-6D14-49F7-B538-6366BE69E075}">
      <dgm:prSet/>
      <dgm:spPr/>
      <dgm:t>
        <a:bodyPr/>
        <a:lstStyle/>
        <a:p>
          <a:endParaRPr lang="en-US"/>
        </a:p>
      </dgm:t>
    </dgm:pt>
    <dgm:pt modelId="{563BFE56-A4AC-4E3F-A3C8-ADB26D52AE8A}" type="sibTrans" cxnId="{226726BF-6D14-49F7-B538-6366BE69E075}">
      <dgm:prSet/>
      <dgm:spPr/>
      <dgm:t>
        <a:bodyPr/>
        <a:lstStyle/>
        <a:p>
          <a:endParaRPr lang="en-US"/>
        </a:p>
      </dgm:t>
    </dgm:pt>
    <dgm:pt modelId="{F739DAB9-68D0-4B77-9714-FB9A40A110CA}">
      <dgm:prSet/>
      <dgm:spPr/>
      <dgm:t>
        <a:bodyPr/>
        <a:lstStyle/>
        <a:p>
          <a:r>
            <a:rPr lang="en-US"/>
            <a:t>IndiaFirst Life - ₹99,000</a:t>
          </a:r>
        </a:p>
      </dgm:t>
    </dgm:pt>
    <dgm:pt modelId="{7575EA9E-6529-45D9-A4DC-800C7692D2A1}" type="parTrans" cxnId="{AA387E39-22E2-4220-B557-F71CE5D6A4CE}">
      <dgm:prSet/>
      <dgm:spPr/>
      <dgm:t>
        <a:bodyPr/>
        <a:lstStyle/>
        <a:p>
          <a:endParaRPr lang="en-US"/>
        </a:p>
      </dgm:t>
    </dgm:pt>
    <dgm:pt modelId="{890D4F92-3990-4AC8-B7FD-1BEBDEA8D2FC}" type="sibTrans" cxnId="{AA387E39-22E2-4220-B557-F71CE5D6A4CE}">
      <dgm:prSet/>
      <dgm:spPr/>
      <dgm:t>
        <a:bodyPr/>
        <a:lstStyle/>
        <a:p>
          <a:endParaRPr lang="en-US"/>
        </a:p>
      </dgm:t>
    </dgm:pt>
    <dgm:pt modelId="{2DA75954-4B57-48F2-998C-93B92FB7DAAA}">
      <dgm:prSet/>
      <dgm:spPr/>
      <dgm:t>
        <a:bodyPr/>
        <a:lstStyle/>
        <a:p>
          <a:r>
            <a:rPr lang="en-US"/>
            <a:t>Raheja QBE - ₹99,000</a:t>
          </a:r>
        </a:p>
      </dgm:t>
    </dgm:pt>
    <dgm:pt modelId="{17D8E795-3A80-4E49-9CDA-257920B5CBE5}" type="parTrans" cxnId="{3DDB721F-D8F0-4E4E-B9BF-ECA2B46B7BFA}">
      <dgm:prSet/>
      <dgm:spPr/>
      <dgm:t>
        <a:bodyPr/>
        <a:lstStyle/>
        <a:p>
          <a:endParaRPr lang="en-US"/>
        </a:p>
      </dgm:t>
    </dgm:pt>
    <dgm:pt modelId="{EAF6E3A7-506E-4ABF-B15B-D826ECB657AC}" type="sibTrans" cxnId="{3DDB721F-D8F0-4E4E-B9BF-ECA2B46B7BFA}">
      <dgm:prSet/>
      <dgm:spPr/>
      <dgm:t>
        <a:bodyPr/>
        <a:lstStyle/>
        <a:p>
          <a:endParaRPr lang="en-US"/>
        </a:p>
      </dgm:t>
    </dgm:pt>
    <dgm:pt modelId="{449DB3C7-9C18-4AFB-B754-992CBAF5CA83}">
      <dgm:prSet/>
      <dgm:spPr/>
      <dgm:t>
        <a:bodyPr/>
        <a:lstStyle/>
        <a:p>
          <a:r>
            <a:rPr lang="en-US"/>
            <a:t>IDBI Federal - ₹97,000</a:t>
          </a:r>
        </a:p>
      </dgm:t>
    </dgm:pt>
    <dgm:pt modelId="{A8C8DE7A-B930-44AA-BE7A-B7A92B7123A6}" type="parTrans" cxnId="{6FC8CFBE-10C3-42F2-B123-8BD276E09944}">
      <dgm:prSet/>
      <dgm:spPr/>
      <dgm:t>
        <a:bodyPr/>
        <a:lstStyle/>
        <a:p>
          <a:endParaRPr lang="en-US"/>
        </a:p>
      </dgm:t>
    </dgm:pt>
    <dgm:pt modelId="{57FAE4AB-3A59-420E-ABCF-0AF454D5A531}" type="sibTrans" cxnId="{6FC8CFBE-10C3-42F2-B123-8BD276E09944}">
      <dgm:prSet/>
      <dgm:spPr/>
      <dgm:t>
        <a:bodyPr/>
        <a:lstStyle/>
        <a:p>
          <a:endParaRPr lang="en-US"/>
        </a:p>
      </dgm:t>
    </dgm:pt>
    <dgm:pt modelId="{2BA7B44C-7386-4D9E-ABFA-A13FB70C112D}">
      <dgm:prSet/>
      <dgm:spPr/>
      <dgm:t>
        <a:bodyPr/>
        <a:lstStyle/>
        <a:p>
          <a:r>
            <a:rPr lang="en-US"/>
            <a:t>Star Health - ₹95,000</a:t>
          </a:r>
        </a:p>
      </dgm:t>
    </dgm:pt>
    <dgm:pt modelId="{8E19BA8F-6DF0-4320-B6DE-5915AA134DD3}" type="parTrans" cxnId="{9E80A84E-B173-462B-9052-6634960F0805}">
      <dgm:prSet/>
      <dgm:spPr/>
      <dgm:t>
        <a:bodyPr/>
        <a:lstStyle/>
        <a:p>
          <a:endParaRPr lang="en-US"/>
        </a:p>
      </dgm:t>
    </dgm:pt>
    <dgm:pt modelId="{9621FDAB-AB3B-4AAE-8ECB-EE5BFA692F6B}" type="sibTrans" cxnId="{9E80A84E-B173-462B-9052-6634960F0805}">
      <dgm:prSet/>
      <dgm:spPr/>
      <dgm:t>
        <a:bodyPr/>
        <a:lstStyle/>
        <a:p>
          <a:endParaRPr lang="en-US"/>
        </a:p>
      </dgm:t>
    </dgm:pt>
    <dgm:pt modelId="{2F595AC4-0958-46F0-92D9-8210752C8E10}">
      <dgm:prSet/>
      <dgm:spPr/>
      <dgm:t>
        <a:bodyPr/>
        <a:lstStyle/>
        <a:p>
          <a:r>
            <a:rPr lang="en-US"/>
            <a:t>📈 </a:t>
          </a:r>
          <a:r>
            <a:rPr lang="en-US" b="1"/>
            <a:t>Average Monthly Premium:</a:t>
          </a:r>
          <a:r>
            <a:rPr lang="en-US"/>
            <a:t> ₹1,850</a:t>
          </a:r>
        </a:p>
      </dgm:t>
    </dgm:pt>
    <dgm:pt modelId="{AAB896A0-DB85-40D2-AB02-187F2E984609}" type="parTrans" cxnId="{D11CF6B7-C67F-4048-9641-E7E928338D93}">
      <dgm:prSet/>
      <dgm:spPr/>
      <dgm:t>
        <a:bodyPr/>
        <a:lstStyle/>
        <a:p>
          <a:endParaRPr lang="en-US"/>
        </a:p>
      </dgm:t>
    </dgm:pt>
    <dgm:pt modelId="{ACCF0786-F73F-491A-87EF-413D4ED94EAC}" type="sibTrans" cxnId="{D11CF6B7-C67F-4048-9641-E7E928338D93}">
      <dgm:prSet/>
      <dgm:spPr/>
      <dgm:t>
        <a:bodyPr/>
        <a:lstStyle/>
        <a:p>
          <a:endParaRPr lang="en-US"/>
        </a:p>
      </dgm:t>
    </dgm:pt>
    <dgm:pt modelId="{BF9127C9-ADC6-47B2-B136-8C2220096A13}">
      <dgm:prSet/>
      <dgm:spPr/>
      <dgm:t>
        <a:bodyPr/>
        <a:lstStyle/>
        <a:p>
          <a:r>
            <a:rPr lang="en-US"/>
            <a:t>Range: ₹1,000 - ₹3,200</a:t>
          </a:r>
        </a:p>
      </dgm:t>
    </dgm:pt>
    <dgm:pt modelId="{EC3EB18D-A231-49D6-9202-C437755A34C3}" type="parTrans" cxnId="{7CB9DFFB-9408-4BE2-BDA0-CCA6F1E6380E}">
      <dgm:prSet/>
      <dgm:spPr/>
      <dgm:t>
        <a:bodyPr/>
        <a:lstStyle/>
        <a:p>
          <a:endParaRPr lang="en-US"/>
        </a:p>
      </dgm:t>
    </dgm:pt>
    <dgm:pt modelId="{EC78F79E-172F-4353-86B5-2AF36309A5B6}" type="sibTrans" cxnId="{7CB9DFFB-9408-4BE2-BDA0-CCA6F1E6380E}">
      <dgm:prSet/>
      <dgm:spPr/>
      <dgm:t>
        <a:bodyPr/>
        <a:lstStyle/>
        <a:p>
          <a:endParaRPr lang="en-US"/>
        </a:p>
      </dgm:t>
    </dgm:pt>
    <dgm:pt modelId="{1B0517E1-9F71-4A53-9A0E-A87359714AF9}">
      <dgm:prSet/>
      <dgm:spPr/>
      <dgm:t>
        <a:bodyPr/>
        <a:lstStyle/>
        <a:p>
          <a:r>
            <a:rPr lang="en-US"/>
            <a:t>Highest: Cancer coverage (₹3,200)</a:t>
          </a:r>
        </a:p>
      </dgm:t>
    </dgm:pt>
    <dgm:pt modelId="{21154F5D-0E3D-43F0-9A80-3CFFF7F555CE}" type="parTrans" cxnId="{1C977048-A7C5-46CD-9A7F-E2D932B16569}">
      <dgm:prSet/>
      <dgm:spPr/>
      <dgm:t>
        <a:bodyPr/>
        <a:lstStyle/>
        <a:p>
          <a:endParaRPr lang="en-US"/>
        </a:p>
      </dgm:t>
    </dgm:pt>
    <dgm:pt modelId="{318F584E-6248-49A9-81C0-D7CC5C6E42FD}" type="sibTrans" cxnId="{1C977048-A7C5-46CD-9A7F-E2D932B16569}">
      <dgm:prSet/>
      <dgm:spPr/>
      <dgm:t>
        <a:bodyPr/>
        <a:lstStyle/>
        <a:p>
          <a:endParaRPr lang="en-US"/>
        </a:p>
      </dgm:t>
    </dgm:pt>
    <dgm:pt modelId="{32DA6A9E-9205-4BF4-98AB-20D03753E22F}">
      <dgm:prSet/>
      <dgm:spPr/>
      <dgm:t>
        <a:bodyPr/>
        <a:lstStyle/>
        <a:p>
          <a:r>
            <a:rPr lang="en-US"/>
            <a:t>Lowest: Viral/Accident (₹1,000)</a:t>
          </a:r>
        </a:p>
      </dgm:t>
    </dgm:pt>
    <dgm:pt modelId="{F72BE809-7037-43FF-B00C-F6288098AACC}" type="parTrans" cxnId="{59159521-7023-40BA-B7C2-CDB79C6428BB}">
      <dgm:prSet/>
      <dgm:spPr/>
      <dgm:t>
        <a:bodyPr/>
        <a:lstStyle/>
        <a:p>
          <a:endParaRPr lang="en-US"/>
        </a:p>
      </dgm:t>
    </dgm:pt>
    <dgm:pt modelId="{BFF7069E-91AA-44F0-B2A3-005DF942D031}" type="sibTrans" cxnId="{59159521-7023-40BA-B7C2-CDB79C6428BB}">
      <dgm:prSet/>
      <dgm:spPr/>
      <dgm:t>
        <a:bodyPr/>
        <a:lstStyle/>
        <a:p>
          <a:endParaRPr lang="en-US"/>
        </a:p>
      </dgm:t>
    </dgm:pt>
    <dgm:pt modelId="{26F82851-9921-434E-B125-4F67866B7B46}">
      <dgm:prSet/>
      <dgm:spPr/>
      <dgm:t>
        <a:bodyPr/>
        <a:lstStyle/>
        <a:p>
          <a:r>
            <a:rPr lang="en-US"/>
            <a:t>🌍 </a:t>
          </a:r>
          <a:r>
            <a:rPr lang="en-US" b="1"/>
            <a:t>Top Cities by Premium:</a:t>
          </a:r>
          <a:endParaRPr lang="en-US"/>
        </a:p>
      </dgm:t>
    </dgm:pt>
    <dgm:pt modelId="{70A5A086-EA8F-4BDE-B32F-CABC7ED18036}" type="parTrans" cxnId="{FFA0A220-526A-4141-B0CC-39D3DE160F87}">
      <dgm:prSet/>
      <dgm:spPr/>
      <dgm:t>
        <a:bodyPr/>
        <a:lstStyle/>
        <a:p>
          <a:endParaRPr lang="en-US"/>
        </a:p>
      </dgm:t>
    </dgm:pt>
    <dgm:pt modelId="{0FB188AC-34CE-4B30-A67D-F4E302C520BC}" type="sibTrans" cxnId="{FFA0A220-526A-4141-B0CC-39D3DE160F87}">
      <dgm:prSet/>
      <dgm:spPr/>
      <dgm:t>
        <a:bodyPr/>
        <a:lstStyle/>
        <a:p>
          <a:endParaRPr lang="en-US"/>
        </a:p>
      </dgm:t>
    </dgm:pt>
    <dgm:pt modelId="{463C24D2-36D9-4B23-80BA-FA2E0B93FA3D}">
      <dgm:prSet/>
      <dgm:spPr/>
      <dgm:t>
        <a:bodyPr/>
        <a:lstStyle/>
        <a:p>
          <a:r>
            <a:rPr lang="en-US"/>
            <a:t>Mumbai, Delhi, Pune lead</a:t>
          </a:r>
        </a:p>
      </dgm:t>
    </dgm:pt>
    <dgm:pt modelId="{FA18D788-32AC-4540-9894-D7E8AAE298B1}" type="parTrans" cxnId="{5D54C569-30DE-4E8E-ABF9-E267B4220BE8}">
      <dgm:prSet/>
      <dgm:spPr/>
      <dgm:t>
        <a:bodyPr/>
        <a:lstStyle/>
        <a:p>
          <a:endParaRPr lang="en-US"/>
        </a:p>
      </dgm:t>
    </dgm:pt>
    <dgm:pt modelId="{BD61481F-5DDA-4806-87C8-9CBA19D5D47E}" type="sibTrans" cxnId="{5D54C569-30DE-4E8E-ABF9-E267B4220BE8}">
      <dgm:prSet/>
      <dgm:spPr/>
      <dgm:t>
        <a:bodyPr/>
        <a:lstStyle/>
        <a:p>
          <a:endParaRPr lang="en-US"/>
        </a:p>
      </dgm:t>
    </dgm:pt>
    <dgm:pt modelId="{5700EA04-06CF-4961-837C-33E1DDCEFCBD}">
      <dgm:prSet/>
      <dgm:spPr/>
      <dgm:t>
        <a:bodyPr/>
        <a:lstStyle/>
        <a:p>
          <a:r>
            <a:rPr lang="en-US"/>
            <a:t>25+ cities covered</a:t>
          </a:r>
        </a:p>
      </dgm:t>
    </dgm:pt>
    <dgm:pt modelId="{E750DFFE-6501-4493-86EF-2E00C939A5C0}" type="parTrans" cxnId="{770AF688-79CE-405E-988D-F9B602D1635B}">
      <dgm:prSet/>
      <dgm:spPr/>
      <dgm:t>
        <a:bodyPr/>
        <a:lstStyle/>
        <a:p>
          <a:endParaRPr lang="en-US"/>
        </a:p>
      </dgm:t>
    </dgm:pt>
    <dgm:pt modelId="{476E8810-1C8E-4335-BD57-DE1749816682}" type="sibTrans" cxnId="{770AF688-79CE-405E-988D-F9B602D1635B}">
      <dgm:prSet/>
      <dgm:spPr/>
      <dgm:t>
        <a:bodyPr/>
        <a:lstStyle/>
        <a:p>
          <a:endParaRPr lang="en-US"/>
        </a:p>
      </dgm:t>
    </dgm:pt>
    <dgm:pt modelId="{A89B59FF-FCF4-4647-8877-2AF139EB874E}" type="pres">
      <dgm:prSet presAssocID="{28DEBD3B-E3C0-440B-AE50-77C99099C08A}" presName="vert0" presStyleCnt="0">
        <dgm:presLayoutVars>
          <dgm:dir/>
          <dgm:animOne val="branch"/>
          <dgm:animLvl val="lvl"/>
        </dgm:presLayoutVars>
      </dgm:prSet>
      <dgm:spPr/>
    </dgm:pt>
    <dgm:pt modelId="{CE3C3E31-5576-114B-BD4E-1E6EF2828A3B}" type="pres">
      <dgm:prSet presAssocID="{FA1AA2CA-AD19-4622-AAA5-75A8E519B97C}" presName="thickLine" presStyleLbl="alignNode1" presStyleIdx="0" presStyleCnt="18"/>
      <dgm:spPr/>
    </dgm:pt>
    <dgm:pt modelId="{B1428AEB-154A-2F4F-A1FD-5689AB9FF17C}" type="pres">
      <dgm:prSet presAssocID="{FA1AA2CA-AD19-4622-AAA5-75A8E519B97C}" presName="horz1" presStyleCnt="0"/>
      <dgm:spPr/>
    </dgm:pt>
    <dgm:pt modelId="{1378BF19-965D-EF49-9267-637A9DBB3D4C}" type="pres">
      <dgm:prSet presAssocID="{FA1AA2CA-AD19-4622-AAA5-75A8E519B97C}" presName="tx1" presStyleLbl="revTx" presStyleIdx="0" presStyleCnt="18"/>
      <dgm:spPr/>
    </dgm:pt>
    <dgm:pt modelId="{17A15DF6-7370-0F46-BD61-7004D785CBB0}" type="pres">
      <dgm:prSet presAssocID="{FA1AA2CA-AD19-4622-AAA5-75A8E519B97C}" presName="vert1" presStyleCnt="0"/>
      <dgm:spPr/>
    </dgm:pt>
    <dgm:pt modelId="{32B6B2C6-C421-5E46-A545-80D5AC1A572C}" type="pres">
      <dgm:prSet presAssocID="{F22E4717-9DE4-4B33-8C88-694C207E1EEF}" presName="thickLine" presStyleLbl="alignNode1" presStyleIdx="1" presStyleCnt="18"/>
      <dgm:spPr/>
    </dgm:pt>
    <dgm:pt modelId="{A5639746-96AD-1741-9C31-E89E4DDE407F}" type="pres">
      <dgm:prSet presAssocID="{F22E4717-9DE4-4B33-8C88-694C207E1EEF}" presName="horz1" presStyleCnt="0"/>
      <dgm:spPr/>
    </dgm:pt>
    <dgm:pt modelId="{9F896DC6-C4D0-F344-98CC-56E94479359D}" type="pres">
      <dgm:prSet presAssocID="{F22E4717-9DE4-4B33-8C88-694C207E1EEF}" presName="tx1" presStyleLbl="revTx" presStyleIdx="1" presStyleCnt="18"/>
      <dgm:spPr/>
    </dgm:pt>
    <dgm:pt modelId="{90A7F94F-EA03-9145-AA2F-06935828D7CB}" type="pres">
      <dgm:prSet presAssocID="{F22E4717-9DE4-4B33-8C88-694C207E1EEF}" presName="vert1" presStyleCnt="0"/>
      <dgm:spPr/>
    </dgm:pt>
    <dgm:pt modelId="{D238BC2B-1A3E-9444-9241-175B53A8B618}" type="pres">
      <dgm:prSet presAssocID="{DC0DCA92-6CB6-4F46-BACE-EE1D602BFB6F}" presName="thickLine" presStyleLbl="alignNode1" presStyleIdx="2" presStyleCnt="18"/>
      <dgm:spPr/>
    </dgm:pt>
    <dgm:pt modelId="{2269B362-2C7F-7149-B4D0-519EDF3CA10F}" type="pres">
      <dgm:prSet presAssocID="{DC0DCA92-6CB6-4F46-BACE-EE1D602BFB6F}" presName="horz1" presStyleCnt="0"/>
      <dgm:spPr/>
    </dgm:pt>
    <dgm:pt modelId="{86846ACB-73F8-1347-8EF9-601B3E85BFF4}" type="pres">
      <dgm:prSet presAssocID="{DC0DCA92-6CB6-4F46-BACE-EE1D602BFB6F}" presName="tx1" presStyleLbl="revTx" presStyleIdx="2" presStyleCnt="18"/>
      <dgm:spPr/>
    </dgm:pt>
    <dgm:pt modelId="{AC74212C-78B6-314E-8652-7CD844847119}" type="pres">
      <dgm:prSet presAssocID="{DC0DCA92-6CB6-4F46-BACE-EE1D602BFB6F}" presName="vert1" presStyleCnt="0"/>
      <dgm:spPr/>
    </dgm:pt>
    <dgm:pt modelId="{D90E37AE-7511-2743-A536-4C41AFC1462A}" type="pres">
      <dgm:prSet presAssocID="{3C6AC483-A106-4ED4-86DC-848C85B05F60}" presName="thickLine" presStyleLbl="alignNode1" presStyleIdx="3" presStyleCnt="18"/>
      <dgm:spPr/>
    </dgm:pt>
    <dgm:pt modelId="{C366C36F-6F1B-F34F-A26E-7BBB95340D5F}" type="pres">
      <dgm:prSet presAssocID="{3C6AC483-A106-4ED4-86DC-848C85B05F60}" presName="horz1" presStyleCnt="0"/>
      <dgm:spPr/>
    </dgm:pt>
    <dgm:pt modelId="{D9AF801B-672C-3B4F-A019-E09C32D2AD53}" type="pres">
      <dgm:prSet presAssocID="{3C6AC483-A106-4ED4-86DC-848C85B05F60}" presName="tx1" presStyleLbl="revTx" presStyleIdx="3" presStyleCnt="18"/>
      <dgm:spPr/>
    </dgm:pt>
    <dgm:pt modelId="{4CFD5174-EDF2-C745-B06F-7F39784E2428}" type="pres">
      <dgm:prSet presAssocID="{3C6AC483-A106-4ED4-86DC-848C85B05F60}" presName="vert1" presStyleCnt="0"/>
      <dgm:spPr/>
    </dgm:pt>
    <dgm:pt modelId="{AF2440FF-BEA8-9241-AA0B-403B5E86EDA0}" type="pres">
      <dgm:prSet presAssocID="{B2D82BD3-220B-429D-A632-C572BAECC1A2}" presName="thickLine" presStyleLbl="alignNode1" presStyleIdx="4" presStyleCnt="18"/>
      <dgm:spPr/>
    </dgm:pt>
    <dgm:pt modelId="{4363D7B0-5887-A842-B4DE-040B8D6F82EF}" type="pres">
      <dgm:prSet presAssocID="{B2D82BD3-220B-429D-A632-C572BAECC1A2}" presName="horz1" presStyleCnt="0"/>
      <dgm:spPr/>
    </dgm:pt>
    <dgm:pt modelId="{896C283C-0DB0-2D49-B957-F4D04924F8C8}" type="pres">
      <dgm:prSet presAssocID="{B2D82BD3-220B-429D-A632-C572BAECC1A2}" presName="tx1" presStyleLbl="revTx" presStyleIdx="4" presStyleCnt="18"/>
      <dgm:spPr/>
    </dgm:pt>
    <dgm:pt modelId="{34275FCC-8B36-F042-A330-958B6B8F1830}" type="pres">
      <dgm:prSet presAssocID="{B2D82BD3-220B-429D-A632-C572BAECC1A2}" presName="vert1" presStyleCnt="0"/>
      <dgm:spPr/>
    </dgm:pt>
    <dgm:pt modelId="{D315A767-A213-9E4E-AF35-05D45B483875}" type="pres">
      <dgm:prSet presAssocID="{379C3186-3A10-4421-B136-59B382680654}" presName="thickLine" presStyleLbl="alignNode1" presStyleIdx="5" presStyleCnt="18"/>
      <dgm:spPr/>
    </dgm:pt>
    <dgm:pt modelId="{A27C967B-CDA7-444B-9EFA-AA9767C3DC13}" type="pres">
      <dgm:prSet presAssocID="{379C3186-3A10-4421-B136-59B382680654}" presName="horz1" presStyleCnt="0"/>
      <dgm:spPr/>
    </dgm:pt>
    <dgm:pt modelId="{F814EEC6-21D4-3E41-AA17-EB86AA692DAE}" type="pres">
      <dgm:prSet presAssocID="{379C3186-3A10-4421-B136-59B382680654}" presName="tx1" presStyleLbl="revTx" presStyleIdx="5" presStyleCnt="18"/>
      <dgm:spPr/>
    </dgm:pt>
    <dgm:pt modelId="{4BC676AA-3190-C246-88C3-784034B2C4AA}" type="pres">
      <dgm:prSet presAssocID="{379C3186-3A10-4421-B136-59B382680654}" presName="vert1" presStyleCnt="0"/>
      <dgm:spPr/>
    </dgm:pt>
    <dgm:pt modelId="{4EE91522-1B5F-684F-A11F-561C49630F9B}" type="pres">
      <dgm:prSet presAssocID="{9BF7F802-34CA-4B8D-BC6A-6273508EC798}" presName="thickLine" presStyleLbl="alignNode1" presStyleIdx="6" presStyleCnt="18"/>
      <dgm:spPr/>
    </dgm:pt>
    <dgm:pt modelId="{976FCFCE-34A6-DF4E-BDE2-9D045D689E6C}" type="pres">
      <dgm:prSet presAssocID="{9BF7F802-34CA-4B8D-BC6A-6273508EC798}" presName="horz1" presStyleCnt="0"/>
      <dgm:spPr/>
    </dgm:pt>
    <dgm:pt modelId="{3CA4688B-2E31-7E46-973D-F5627DA04E22}" type="pres">
      <dgm:prSet presAssocID="{9BF7F802-34CA-4B8D-BC6A-6273508EC798}" presName="tx1" presStyleLbl="revTx" presStyleIdx="6" presStyleCnt="18"/>
      <dgm:spPr/>
    </dgm:pt>
    <dgm:pt modelId="{0BDFFC6E-C808-AE4C-BEFD-E2571E6BA449}" type="pres">
      <dgm:prSet presAssocID="{9BF7F802-34CA-4B8D-BC6A-6273508EC798}" presName="vert1" presStyleCnt="0"/>
      <dgm:spPr/>
    </dgm:pt>
    <dgm:pt modelId="{8C459574-0CDF-8640-B060-491C42C7822D}" type="pres">
      <dgm:prSet presAssocID="{F739DAB9-68D0-4B77-9714-FB9A40A110CA}" presName="thickLine" presStyleLbl="alignNode1" presStyleIdx="7" presStyleCnt="18"/>
      <dgm:spPr/>
    </dgm:pt>
    <dgm:pt modelId="{47C8DD52-AF35-B642-9268-69707D4B801E}" type="pres">
      <dgm:prSet presAssocID="{F739DAB9-68D0-4B77-9714-FB9A40A110CA}" presName="horz1" presStyleCnt="0"/>
      <dgm:spPr/>
    </dgm:pt>
    <dgm:pt modelId="{82DF996A-DBF1-EB4F-8B59-847F8290869A}" type="pres">
      <dgm:prSet presAssocID="{F739DAB9-68D0-4B77-9714-FB9A40A110CA}" presName="tx1" presStyleLbl="revTx" presStyleIdx="7" presStyleCnt="18"/>
      <dgm:spPr/>
    </dgm:pt>
    <dgm:pt modelId="{12C1DF4E-8E49-B649-9D7A-415F4D6CA5E0}" type="pres">
      <dgm:prSet presAssocID="{F739DAB9-68D0-4B77-9714-FB9A40A110CA}" presName="vert1" presStyleCnt="0"/>
      <dgm:spPr/>
    </dgm:pt>
    <dgm:pt modelId="{4DE96A34-91B9-B84D-B0E6-A99741A51F14}" type="pres">
      <dgm:prSet presAssocID="{2DA75954-4B57-48F2-998C-93B92FB7DAAA}" presName="thickLine" presStyleLbl="alignNode1" presStyleIdx="8" presStyleCnt="18"/>
      <dgm:spPr/>
    </dgm:pt>
    <dgm:pt modelId="{6B0039D0-2CFE-C544-A721-9EC3702010C6}" type="pres">
      <dgm:prSet presAssocID="{2DA75954-4B57-48F2-998C-93B92FB7DAAA}" presName="horz1" presStyleCnt="0"/>
      <dgm:spPr/>
    </dgm:pt>
    <dgm:pt modelId="{204DF384-AE45-924F-B4C6-8E722DA24C38}" type="pres">
      <dgm:prSet presAssocID="{2DA75954-4B57-48F2-998C-93B92FB7DAAA}" presName="tx1" presStyleLbl="revTx" presStyleIdx="8" presStyleCnt="18"/>
      <dgm:spPr/>
    </dgm:pt>
    <dgm:pt modelId="{DD63465B-43E5-5B4E-869E-C3EFE3015D0D}" type="pres">
      <dgm:prSet presAssocID="{2DA75954-4B57-48F2-998C-93B92FB7DAAA}" presName="vert1" presStyleCnt="0"/>
      <dgm:spPr/>
    </dgm:pt>
    <dgm:pt modelId="{64D2F1CF-569A-7E41-9C0F-25C8F739BFD7}" type="pres">
      <dgm:prSet presAssocID="{449DB3C7-9C18-4AFB-B754-992CBAF5CA83}" presName="thickLine" presStyleLbl="alignNode1" presStyleIdx="9" presStyleCnt="18"/>
      <dgm:spPr/>
    </dgm:pt>
    <dgm:pt modelId="{E2156C99-4C57-3049-974B-CB77A6C8E6F8}" type="pres">
      <dgm:prSet presAssocID="{449DB3C7-9C18-4AFB-B754-992CBAF5CA83}" presName="horz1" presStyleCnt="0"/>
      <dgm:spPr/>
    </dgm:pt>
    <dgm:pt modelId="{4E284501-96DD-8D4D-B5AB-CFD7D26C4B55}" type="pres">
      <dgm:prSet presAssocID="{449DB3C7-9C18-4AFB-B754-992CBAF5CA83}" presName="tx1" presStyleLbl="revTx" presStyleIdx="9" presStyleCnt="18"/>
      <dgm:spPr/>
    </dgm:pt>
    <dgm:pt modelId="{0AD2340B-6D76-8548-9C91-B5A1C6DD7519}" type="pres">
      <dgm:prSet presAssocID="{449DB3C7-9C18-4AFB-B754-992CBAF5CA83}" presName="vert1" presStyleCnt="0"/>
      <dgm:spPr/>
    </dgm:pt>
    <dgm:pt modelId="{E11C2B00-03B7-7141-B110-A7614F43F13A}" type="pres">
      <dgm:prSet presAssocID="{2BA7B44C-7386-4D9E-ABFA-A13FB70C112D}" presName="thickLine" presStyleLbl="alignNode1" presStyleIdx="10" presStyleCnt="18"/>
      <dgm:spPr/>
    </dgm:pt>
    <dgm:pt modelId="{2D0EBF54-D941-7E44-9D8F-78C50576B06D}" type="pres">
      <dgm:prSet presAssocID="{2BA7B44C-7386-4D9E-ABFA-A13FB70C112D}" presName="horz1" presStyleCnt="0"/>
      <dgm:spPr/>
    </dgm:pt>
    <dgm:pt modelId="{82D9D3A0-2F7E-F54C-80E6-E45033754104}" type="pres">
      <dgm:prSet presAssocID="{2BA7B44C-7386-4D9E-ABFA-A13FB70C112D}" presName="tx1" presStyleLbl="revTx" presStyleIdx="10" presStyleCnt="18"/>
      <dgm:spPr/>
    </dgm:pt>
    <dgm:pt modelId="{6061AB41-DC31-3B48-A12B-CF9C248DF27F}" type="pres">
      <dgm:prSet presAssocID="{2BA7B44C-7386-4D9E-ABFA-A13FB70C112D}" presName="vert1" presStyleCnt="0"/>
      <dgm:spPr/>
    </dgm:pt>
    <dgm:pt modelId="{76FA71F1-1A85-674C-9EBB-C5228C706197}" type="pres">
      <dgm:prSet presAssocID="{2F595AC4-0958-46F0-92D9-8210752C8E10}" presName="thickLine" presStyleLbl="alignNode1" presStyleIdx="11" presStyleCnt="18"/>
      <dgm:spPr/>
    </dgm:pt>
    <dgm:pt modelId="{338710D2-BEFF-4E48-A539-E57F426AF15C}" type="pres">
      <dgm:prSet presAssocID="{2F595AC4-0958-46F0-92D9-8210752C8E10}" presName="horz1" presStyleCnt="0"/>
      <dgm:spPr/>
    </dgm:pt>
    <dgm:pt modelId="{3290C777-4D4C-394A-B55B-7CF5563A95E6}" type="pres">
      <dgm:prSet presAssocID="{2F595AC4-0958-46F0-92D9-8210752C8E10}" presName="tx1" presStyleLbl="revTx" presStyleIdx="11" presStyleCnt="18"/>
      <dgm:spPr/>
    </dgm:pt>
    <dgm:pt modelId="{5A04E807-6A53-744A-8EF3-1ECDE4719D58}" type="pres">
      <dgm:prSet presAssocID="{2F595AC4-0958-46F0-92D9-8210752C8E10}" presName="vert1" presStyleCnt="0"/>
      <dgm:spPr/>
    </dgm:pt>
    <dgm:pt modelId="{A2B41D5B-82F0-B149-BE93-ECC94F0F5562}" type="pres">
      <dgm:prSet presAssocID="{BF9127C9-ADC6-47B2-B136-8C2220096A13}" presName="thickLine" presStyleLbl="alignNode1" presStyleIdx="12" presStyleCnt="18"/>
      <dgm:spPr/>
    </dgm:pt>
    <dgm:pt modelId="{0F905144-E4B6-A942-AF48-D4FA55D8486D}" type="pres">
      <dgm:prSet presAssocID="{BF9127C9-ADC6-47B2-B136-8C2220096A13}" presName="horz1" presStyleCnt="0"/>
      <dgm:spPr/>
    </dgm:pt>
    <dgm:pt modelId="{36ED4962-5573-E74B-A5C7-9073FAFCB0B7}" type="pres">
      <dgm:prSet presAssocID="{BF9127C9-ADC6-47B2-B136-8C2220096A13}" presName="tx1" presStyleLbl="revTx" presStyleIdx="12" presStyleCnt="18"/>
      <dgm:spPr/>
    </dgm:pt>
    <dgm:pt modelId="{2EC38174-D523-4A40-8FDA-187DAC706B8B}" type="pres">
      <dgm:prSet presAssocID="{BF9127C9-ADC6-47B2-B136-8C2220096A13}" presName="vert1" presStyleCnt="0"/>
      <dgm:spPr/>
    </dgm:pt>
    <dgm:pt modelId="{F4D72B32-36EB-CD4D-824B-4DAE57C80774}" type="pres">
      <dgm:prSet presAssocID="{1B0517E1-9F71-4A53-9A0E-A87359714AF9}" presName="thickLine" presStyleLbl="alignNode1" presStyleIdx="13" presStyleCnt="18"/>
      <dgm:spPr/>
    </dgm:pt>
    <dgm:pt modelId="{973599FD-AA61-B247-839C-CD2FFA659951}" type="pres">
      <dgm:prSet presAssocID="{1B0517E1-9F71-4A53-9A0E-A87359714AF9}" presName="horz1" presStyleCnt="0"/>
      <dgm:spPr/>
    </dgm:pt>
    <dgm:pt modelId="{9FF06201-DE37-F34E-9148-8B8EF6B90367}" type="pres">
      <dgm:prSet presAssocID="{1B0517E1-9F71-4A53-9A0E-A87359714AF9}" presName="tx1" presStyleLbl="revTx" presStyleIdx="13" presStyleCnt="18"/>
      <dgm:spPr/>
    </dgm:pt>
    <dgm:pt modelId="{68D3CA0D-818E-DB41-9F21-F5148401285D}" type="pres">
      <dgm:prSet presAssocID="{1B0517E1-9F71-4A53-9A0E-A87359714AF9}" presName="vert1" presStyleCnt="0"/>
      <dgm:spPr/>
    </dgm:pt>
    <dgm:pt modelId="{82920E5A-9A80-F749-8521-786630F7A16B}" type="pres">
      <dgm:prSet presAssocID="{32DA6A9E-9205-4BF4-98AB-20D03753E22F}" presName="thickLine" presStyleLbl="alignNode1" presStyleIdx="14" presStyleCnt="18"/>
      <dgm:spPr/>
    </dgm:pt>
    <dgm:pt modelId="{3C81FCB1-BC38-6B48-A6B9-101814EB519F}" type="pres">
      <dgm:prSet presAssocID="{32DA6A9E-9205-4BF4-98AB-20D03753E22F}" presName="horz1" presStyleCnt="0"/>
      <dgm:spPr/>
    </dgm:pt>
    <dgm:pt modelId="{42135259-06E5-2B4B-8AC7-683DD6900D3A}" type="pres">
      <dgm:prSet presAssocID="{32DA6A9E-9205-4BF4-98AB-20D03753E22F}" presName="tx1" presStyleLbl="revTx" presStyleIdx="14" presStyleCnt="18"/>
      <dgm:spPr/>
    </dgm:pt>
    <dgm:pt modelId="{DED74B09-4A89-CC42-A080-7F86CFA160C2}" type="pres">
      <dgm:prSet presAssocID="{32DA6A9E-9205-4BF4-98AB-20D03753E22F}" presName="vert1" presStyleCnt="0"/>
      <dgm:spPr/>
    </dgm:pt>
    <dgm:pt modelId="{52DE6B43-D1A7-7841-97C4-B52EB89CD894}" type="pres">
      <dgm:prSet presAssocID="{26F82851-9921-434E-B125-4F67866B7B46}" presName="thickLine" presStyleLbl="alignNode1" presStyleIdx="15" presStyleCnt="18"/>
      <dgm:spPr/>
    </dgm:pt>
    <dgm:pt modelId="{6633D9BE-C4FC-114F-B350-25C87421D109}" type="pres">
      <dgm:prSet presAssocID="{26F82851-9921-434E-B125-4F67866B7B46}" presName="horz1" presStyleCnt="0"/>
      <dgm:spPr/>
    </dgm:pt>
    <dgm:pt modelId="{EF3704D1-3E2F-7143-8382-F8AFF983CA20}" type="pres">
      <dgm:prSet presAssocID="{26F82851-9921-434E-B125-4F67866B7B46}" presName="tx1" presStyleLbl="revTx" presStyleIdx="15" presStyleCnt="18"/>
      <dgm:spPr/>
    </dgm:pt>
    <dgm:pt modelId="{B1743676-C22B-5C44-8A92-C162C2D63298}" type="pres">
      <dgm:prSet presAssocID="{26F82851-9921-434E-B125-4F67866B7B46}" presName="vert1" presStyleCnt="0"/>
      <dgm:spPr/>
    </dgm:pt>
    <dgm:pt modelId="{0EF51F83-84E2-BE4A-B4CD-E2FCABE151FD}" type="pres">
      <dgm:prSet presAssocID="{463C24D2-36D9-4B23-80BA-FA2E0B93FA3D}" presName="thickLine" presStyleLbl="alignNode1" presStyleIdx="16" presStyleCnt="18"/>
      <dgm:spPr/>
    </dgm:pt>
    <dgm:pt modelId="{A36A18C6-42C4-D149-B1E3-341DCC335A0E}" type="pres">
      <dgm:prSet presAssocID="{463C24D2-36D9-4B23-80BA-FA2E0B93FA3D}" presName="horz1" presStyleCnt="0"/>
      <dgm:spPr/>
    </dgm:pt>
    <dgm:pt modelId="{D0F84C96-1B27-5246-A3D3-1FBEB1415644}" type="pres">
      <dgm:prSet presAssocID="{463C24D2-36D9-4B23-80BA-FA2E0B93FA3D}" presName="tx1" presStyleLbl="revTx" presStyleIdx="16" presStyleCnt="18"/>
      <dgm:spPr/>
    </dgm:pt>
    <dgm:pt modelId="{C5ECED81-9DD3-0C4C-8B10-D2900B7EAE54}" type="pres">
      <dgm:prSet presAssocID="{463C24D2-36D9-4B23-80BA-FA2E0B93FA3D}" presName="vert1" presStyleCnt="0"/>
      <dgm:spPr/>
    </dgm:pt>
    <dgm:pt modelId="{BCA97607-3239-4945-9A57-5CFEE27715F6}" type="pres">
      <dgm:prSet presAssocID="{5700EA04-06CF-4961-837C-33E1DDCEFCBD}" presName="thickLine" presStyleLbl="alignNode1" presStyleIdx="17" presStyleCnt="18"/>
      <dgm:spPr/>
    </dgm:pt>
    <dgm:pt modelId="{961B1D92-ADF6-3844-AD3E-4244C649119B}" type="pres">
      <dgm:prSet presAssocID="{5700EA04-06CF-4961-837C-33E1DDCEFCBD}" presName="horz1" presStyleCnt="0"/>
      <dgm:spPr/>
    </dgm:pt>
    <dgm:pt modelId="{778D66EA-8FA6-8344-BA91-9CE4728CA03D}" type="pres">
      <dgm:prSet presAssocID="{5700EA04-06CF-4961-837C-33E1DDCEFCBD}" presName="tx1" presStyleLbl="revTx" presStyleIdx="17" presStyleCnt="18"/>
      <dgm:spPr/>
    </dgm:pt>
    <dgm:pt modelId="{8D497448-776A-2C48-B415-1511425BF3E4}" type="pres">
      <dgm:prSet presAssocID="{5700EA04-06CF-4961-837C-33E1DDCEFCBD}" presName="vert1" presStyleCnt="0"/>
      <dgm:spPr/>
    </dgm:pt>
  </dgm:ptLst>
  <dgm:cxnLst>
    <dgm:cxn modelId="{52EA3614-AD7D-784B-8FA7-90C8B8219366}" type="presOf" srcId="{FA1AA2CA-AD19-4622-AAA5-75A8E519B97C}" destId="{1378BF19-965D-EF49-9267-637A9DBB3D4C}" srcOrd="0" destOrd="0" presId="urn:microsoft.com/office/officeart/2008/layout/LinedList"/>
    <dgm:cxn modelId="{2A19E919-AD1F-6F41-8600-F4287F152BB1}" type="presOf" srcId="{26F82851-9921-434E-B125-4F67866B7B46}" destId="{EF3704D1-3E2F-7143-8382-F8AFF983CA20}" srcOrd="0" destOrd="0" presId="urn:microsoft.com/office/officeart/2008/layout/LinedList"/>
    <dgm:cxn modelId="{3DDB721F-D8F0-4E4E-B9BF-ECA2B46B7BFA}" srcId="{28DEBD3B-E3C0-440B-AE50-77C99099C08A}" destId="{2DA75954-4B57-48F2-998C-93B92FB7DAAA}" srcOrd="8" destOrd="0" parTransId="{17D8E795-3A80-4E49-9CDA-257920B5CBE5}" sibTransId="{EAF6E3A7-506E-4ABF-B15B-D826ECB657AC}"/>
    <dgm:cxn modelId="{FFA0A220-526A-4141-B0CC-39D3DE160F87}" srcId="{28DEBD3B-E3C0-440B-AE50-77C99099C08A}" destId="{26F82851-9921-434E-B125-4F67866B7B46}" srcOrd="15" destOrd="0" parTransId="{70A5A086-EA8F-4BDE-B32F-CABC7ED18036}" sibTransId="{0FB188AC-34CE-4B30-A67D-F4E302C520BC}"/>
    <dgm:cxn modelId="{59159521-7023-40BA-B7C2-CDB79C6428BB}" srcId="{28DEBD3B-E3C0-440B-AE50-77C99099C08A}" destId="{32DA6A9E-9205-4BF4-98AB-20D03753E22F}" srcOrd="14" destOrd="0" parTransId="{F72BE809-7037-43FF-B00C-F6288098AACC}" sibTransId="{BFF7069E-91AA-44F0-B2A3-005DF942D031}"/>
    <dgm:cxn modelId="{98C91D28-2176-E643-9B78-5890FEB8AD2B}" type="presOf" srcId="{449DB3C7-9C18-4AFB-B754-992CBAF5CA83}" destId="{4E284501-96DD-8D4D-B5AB-CFD7D26C4B55}" srcOrd="0" destOrd="0" presId="urn:microsoft.com/office/officeart/2008/layout/LinedList"/>
    <dgm:cxn modelId="{CC6EE934-20FA-48A2-80DD-D85FC08251A1}" srcId="{28DEBD3B-E3C0-440B-AE50-77C99099C08A}" destId="{F22E4717-9DE4-4B33-8C88-694C207E1EEF}" srcOrd="1" destOrd="0" parTransId="{DDD90BFF-4B1A-49D1-8151-6D2B6C9282DF}" sibTransId="{2D9D0CC9-1398-46C2-9CAC-D3E94344E15A}"/>
    <dgm:cxn modelId="{3FF3E136-D2DD-4CDB-A53B-C803D93433A4}" srcId="{28DEBD3B-E3C0-440B-AE50-77C99099C08A}" destId="{379C3186-3A10-4421-B136-59B382680654}" srcOrd="5" destOrd="0" parTransId="{966D9580-2AC8-470D-9A65-C2CEFCEEDB8A}" sibTransId="{9E4024C7-0113-416C-A302-729C5309A5A4}"/>
    <dgm:cxn modelId="{B2F2D238-14B2-4B45-B199-56D27B7A91FF}" srcId="{28DEBD3B-E3C0-440B-AE50-77C99099C08A}" destId="{3C6AC483-A106-4ED4-86DC-848C85B05F60}" srcOrd="3" destOrd="0" parTransId="{7A61CFEA-82C3-4354-8D60-CD397C60ABAF}" sibTransId="{91A1F82D-25FC-4E4F-BCA8-14502348D9BD}"/>
    <dgm:cxn modelId="{AA387E39-22E2-4220-B557-F71CE5D6A4CE}" srcId="{28DEBD3B-E3C0-440B-AE50-77C99099C08A}" destId="{F739DAB9-68D0-4B77-9714-FB9A40A110CA}" srcOrd="7" destOrd="0" parTransId="{7575EA9E-6529-45D9-A4DC-800C7692D2A1}" sibTransId="{890D4F92-3990-4AC8-B7FD-1BEBDEA8D2FC}"/>
    <dgm:cxn modelId="{07097D3E-941B-489E-8099-4DC5D26F04AD}" srcId="{28DEBD3B-E3C0-440B-AE50-77C99099C08A}" destId="{B2D82BD3-220B-429D-A632-C572BAECC1A2}" srcOrd="4" destOrd="0" parTransId="{694DF1C2-CBBD-47C8-B303-1EC2349F8E35}" sibTransId="{44A135A7-DB38-4D03-88AE-DE148CB098B1}"/>
    <dgm:cxn modelId="{17F38C43-91F8-3C45-BFFB-C5070D01539C}" type="presOf" srcId="{2DA75954-4B57-48F2-998C-93B92FB7DAAA}" destId="{204DF384-AE45-924F-B4C6-8E722DA24C38}" srcOrd="0" destOrd="0" presId="urn:microsoft.com/office/officeart/2008/layout/LinedList"/>
    <dgm:cxn modelId="{1C977048-A7C5-46CD-9A7F-E2D932B16569}" srcId="{28DEBD3B-E3C0-440B-AE50-77C99099C08A}" destId="{1B0517E1-9F71-4A53-9A0E-A87359714AF9}" srcOrd="13" destOrd="0" parTransId="{21154F5D-0E3D-43F0-9A80-3CFFF7F555CE}" sibTransId="{318F584E-6248-49A9-81C0-D7CC5C6E42FD}"/>
    <dgm:cxn modelId="{9E80A84E-B173-462B-9052-6634960F0805}" srcId="{28DEBD3B-E3C0-440B-AE50-77C99099C08A}" destId="{2BA7B44C-7386-4D9E-ABFA-A13FB70C112D}" srcOrd="10" destOrd="0" parTransId="{8E19BA8F-6DF0-4320-B6DE-5915AA134DD3}" sibTransId="{9621FDAB-AB3B-4AAE-8ECB-EE5BFA692F6B}"/>
    <dgm:cxn modelId="{CF688156-7763-F34A-803A-201C0C97832D}" type="presOf" srcId="{F22E4717-9DE4-4B33-8C88-694C207E1EEF}" destId="{9F896DC6-C4D0-F344-98CC-56E94479359D}" srcOrd="0" destOrd="0" presId="urn:microsoft.com/office/officeart/2008/layout/LinedList"/>
    <dgm:cxn modelId="{D533DA5B-AE81-D24F-9528-70B1444C34AA}" type="presOf" srcId="{9BF7F802-34CA-4B8D-BC6A-6273508EC798}" destId="{3CA4688B-2E31-7E46-973D-F5627DA04E22}" srcOrd="0" destOrd="0" presId="urn:microsoft.com/office/officeart/2008/layout/LinedList"/>
    <dgm:cxn modelId="{5D54C569-30DE-4E8E-ABF9-E267B4220BE8}" srcId="{28DEBD3B-E3C0-440B-AE50-77C99099C08A}" destId="{463C24D2-36D9-4B23-80BA-FA2E0B93FA3D}" srcOrd="16" destOrd="0" parTransId="{FA18D788-32AC-4540-9894-D7E8AAE298B1}" sibTransId="{BD61481F-5DDA-4806-87C8-9CBA19D5D47E}"/>
    <dgm:cxn modelId="{9714D069-40BD-C440-A010-93110392FF30}" type="presOf" srcId="{2BA7B44C-7386-4D9E-ABFA-A13FB70C112D}" destId="{82D9D3A0-2F7E-F54C-80E6-E45033754104}" srcOrd="0" destOrd="0" presId="urn:microsoft.com/office/officeart/2008/layout/LinedList"/>
    <dgm:cxn modelId="{2C66F17E-B303-FF43-9FB2-B4F8CB503A4D}" type="presOf" srcId="{2F595AC4-0958-46F0-92D9-8210752C8E10}" destId="{3290C777-4D4C-394A-B55B-7CF5563A95E6}" srcOrd="0" destOrd="0" presId="urn:microsoft.com/office/officeart/2008/layout/LinedList"/>
    <dgm:cxn modelId="{3DAA2D83-B973-5642-B019-2889D719D11B}" type="presOf" srcId="{463C24D2-36D9-4B23-80BA-FA2E0B93FA3D}" destId="{D0F84C96-1B27-5246-A3D3-1FBEB1415644}" srcOrd="0" destOrd="0" presId="urn:microsoft.com/office/officeart/2008/layout/LinedList"/>
    <dgm:cxn modelId="{9D0D2C85-E893-49ED-B666-9E65D6636AF8}" srcId="{28DEBD3B-E3C0-440B-AE50-77C99099C08A}" destId="{DC0DCA92-6CB6-4F46-BACE-EE1D602BFB6F}" srcOrd="2" destOrd="0" parTransId="{F5A176A5-31E6-4DCE-BE43-8A83C390B467}" sibTransId="{385EFF16-DFF0-43EB-B04F-03934CD336F4}"/>
    <dgm:cxn modelId="{770AF688-79CE-405E-988D-F9B602D1635B}" srcId="{28DEBD3B-E3C0-440B-AE50-77C99099C08A}" destId="{5700EA04-06CF-4961-837C-33E1DDCEFCBD}" srcOrd="17" destOrd="0" parTransId="{E750DFFE-6501-4493-86EF-2E00C939A5C0}" sibTransId="{476E8810-1C8E-4335-BD57-DE1749816682}"/>
    <dgm:cxn modelId="{4426F38D-34D9-A24B-870E-1FB742589CD2}" type="presOf" srcId="{1B0517E1-9F71-4A53-9A0E-A87359714AF9}" destId="{9FF06201-DE37-F34E-9148-8B8EF6B90367}" srcOrd="0" destOrd="0" presId="urn:microsoft.com/office/officeart/2008/layout/LinedList"/>
    <dgm:cxn modelId="{96166497-5974-3A43-8DAA-1D0213CA6DE1}" type="presOf" srcId="{5700EA04-06CF-4961-837C-33E1DDCEFCBD}" destId="{778D66EA-8FA6-8344-BA91-9CE4728CA03D}" srcOrd="0" destOrd="0" presId="urn:microsoft.com/office/officeart/2008/layout/LinedList"/>
    <dgm:cxn modelId="{55A42F9C-2AF4-624B-86AE-F61929003162}" type="presOf" srcId="{BF9127C9-ADC6-47B2-B136-8C2220096A13}" destId="{36ED4962-5573-E74B-A5C7-9073FAFCB0B7}" srcOrd="0" destOrd="0" presId="urn:microsoft.com/office/officeart/2008/layout/LinedList"/>
    <dgm:cxn modelId="{5C74339E-D406-5B4B-8B02-BF9F4D89160E}" type="presOf" srcId="{32DA6A9E-9205-4BF4-98AB-20D03753E22F}" destId="{42135259-06E5-2B4B-8AC7-683DD6900D3A}" srcOrd="0" destOrd="0" presId="urn:microsoft.com/office/officeart/2008/layout/LinedList"/>
    <dgm:cxn modelId="{D21F9BA7-CDC4-514F-8C84-1C79416F6426}" type="presOf" srcId="{B2D82BD3-220B-429D-A632-C572BAECC1A2}" destId="{896C283C-0DB0-2D49-B957-F4D04924F8C8}" srcOrd="0" destOrd="0" presId="urn:microsoft.com/office/officeart/2008/layout/LinedList"/>
    <dgm:cxn modelId="{D11CF6B7-C67F-4048-9641-E7E928338D93}" srcId="{28DEBD3B-E3C0-440B-AE50-77C99099C08A}" destId="{2F595AC4-0958-46F0-92D9-8210752C8E10}" srcOrd="11" destOrd="0" parTransId="{AAB896A0-DB85-40D2-AB02-187F2E984609}" sibTransId="{ACCF0786-F73F-491A-87EF-413D4ED94EAC}"/>
    <dgm:cxn modelId="{6FC8CFBE-10C3-42F2-B123-8BD276E09944}" srcId="{28DEBD3B-E3C0-440B-AE50-77C99099C08A}" destId="{449DB3C7-9C18-4AFB-B754-992CBAF5CA83}" srcOrd="9" destOrd="0" parTransId="{A8C8DE7A-B930-44AA-BE7A-B7A92B7123A6}" sibTransId="{57FAE4AB-3A59-420E-ABCF-0AF454D5A531}"/>
    <dgm:cxn modelId="{226726BF-6D14-49F7-B538-6366BE69E075}" srcId="{28DEBD3B-E3C0-440B-AE50-77C99099C08A}" destId="{9BF7F802-34CA-4B8D-BC6A-6273508EC798}" srcOrd="6" destOrd="0" parTransId="{91EA6256-64D6-4C66-9829-F868A330BF91}" sibTransId="{563BFE56-A4AC-4E3F-A3C8-ADB26D52AE8A}"/>
    <dgm:cxn modelId="{E2D279C5-50C8-AB45-88E2-DEABC8CFC1E8}" type="presOf" srcId="{F739DAB9-68D0-4B77-9714-FB9A40A110CA}" destId="{82DF996A-DBF1-EB4F-8B59-847F8290869A}" srcOrd="0" destOrd="0" presId="urn:microsoft.com/office/officeart/2008/layout/LinedList"/>
    <dgm:cxn modelId="{C414AAC8-1BA0-BA48-8F6A-51A4E07D8C65}" type="presOf" srcId="{28DEBD3B-E3C0-440B-AE50-77C99099C08A}" destId="{A89B59FF-FCF4-4647-8877-2AF139EB874E}" srcOrd="0" destOrd="0" presId="urn:microsoft.com/office/officeart/2008/layout/LinedList"/>
    <dgm:cxn modelId="{546C7ACA-C176-D14C-B55D-47951BB0FE40}" type="presOf" srcId="{DC0DCA92-6CB6-4F46-BACE-EE1D602BFB6F}" destId="{86846ACB-73F8-1347-8EF9-601B3E85BFF4}" srcOrd="0" destOrd="0" presId="urn:microsoft.com/office/officeart/2008/layout/LinedList"/>
    <dgm:cxn modelId="{9D6EBCDE-2F3E-40AB-AF0F-3BB5031163BB}" srcId="{28DEBD3B-E3C0-440B-AE50-77C99099C08A}" destId="{FA1AA2CA-AD19-4622-AAA5-75A8E519B97C}" srcOrd="0" destOrd="0" parTransId="{48B9FE9C-1F5F-473C-A2B0-A1AB21C7A7B7}" sibTransId="{FD2449D5-8707-4B60-9E42-3105648F3B55}"/>
    <dgm:cxn modelId="{94965DF3-0313-B14A-91DE-C1C789BC862F}" type="presOf" srcId="{3C6AC483-A106-4ED4-86DC-848C85B05F60}" destId="{D9AF801B-672C-3B4F-A019-E09C32D2AD53}" srcOrd="0" destOrd="0" presId="urn:microsoft.com/office/officeart/2008/layout/LinedList"/>
    <dgm:cxn modelId="{FC39CDFB-3138-9C46-8750-DE052BF43A37}" type="presOf" srcId="{379C3186-3A10-4421-B136-59B382680654}" destId="{F814EEC6-21D4-3E41-AA17-EB86AA692DAE}" srcOrd="0" destOrd="0" presId="urn:microsoft.com/office/officeart/2008/layout/LinedList"/>
    <dgm:cxn modelId="{7CB9DFFB-9408-4BE2-BDA0-CCA6F1E6380E}" srcId="{28DEBD3B-E3C0-440B-AE50-77C99099C08A}" destId="{BF9127C9-ADC6-47B2-B136-8C2220096A13}" srcOrd="12" destOrd="0" parTransId="{EC3EB18D-A231-49D6-9202-C437755A34C3}" sibTransId="{EC78F79E-172F-4353-86B5-2AF36309A5B6}"/>
    <dgm:cxn modelId="{DDAF9315-B674-1447-8A07-ACA7B7D52F89}" type="presParOf" srcId="{A89B59FF-FCF4-4647-8877-2AF139EB874E}" destId="{CE3C3E31-5576-114B-BD4E-1E6EF2828A3B}" srcOrd="0" destOrd="0" presId="urn:microsoft.com/office/officeart/2008/layout/LinedList"/>
    <dgm:cxn modelId="{447FEE2C-19EA-B04C-BF88-78600C77B553}" type="presParOf" srcId="{A89B59FF-FCF4-4647-8877-2AF139EB874E}" destId="{B1428AEB-154A-2F4F-A1FD-5689AB9FF17C}" srcOrd="1" destOrd="0" presId="urn:microsoft.com/office/officeart/2008/layout/LinedList"/>
    <dgm:cxn modelId="{C294DFFB-B135-2C4D-B2D0-EAC49230F1EC}" type="presParOf" srcId="{B1428AEB-154A-2F4F-A1FD-5689AB9FF17C}" destId="{1378BF19-965D-EF49-9267-637A9DBB3D4C}" srcOrd="0" destOrd="0" presId="urn:microsoft.com/office/officeart/2008/layout/LinedList"/>
    <dgm:cxn modelId="{8E744FF6-C75D-734A-9C65-3CB14B6CB7FA}" type="presParOf" srcId="{B1428AEB-154A-2F4F-A1FD-5689AB9FF17C}" destId="{17A15DF6-7370-0F46-BD61-7004D785CBB0}" srcOrd="1" destOrd="0" presId="urn:microsoft.com/office/officeart/2008/layout/LinedList"/>
    <dgm:cxn modelId="{B94EB953-FCF6-6E46-B5E2-9A5A4130E9AB}" type="presParOf" srcId="{A89B59FF-FCF4-4647-8877-2AF139EB874E}" destId="{32B6B2C6-C421-5E46-A545-80D5AC1A572C}" srcOrd="2" destOrd="0" presId="urn:microsoft.com/office/officeart/2008/layout/LinedList"/>
    <dgm:cxn modelId="{C9D74229-8E74-BA43-AA95-0EBA65FD0D5D}" type="presParOf" srcId="{A89B59FF-FCF4-4647-8877-2AF139EB874E}" destId="{A5639746-96AD-1741-9C31-E89E4DDE407F}" srcOrd="3" destOrd="0" presId="urn:microsoft.com/office/officeart/2008/layout/LinedList"/>
    <dgm:cxn modelId="{0D4A207A-8961-1148-9821-E82EE7C943E0}" type="presParOf" srcId="{A5639746-96AD-1741-9C31-E89E4DDE407F}" destId="{9F896DC6-C4D0-F344-98CC-56E94479359D}" srcOrd="0" destOrd="0" presId="urn:microsoft.com/office/officeart/2008/layout/LinedList"/>
    <dgm:cxn modelId="{56EC2398-74DD-B44B-90EC-9EF71C97C0B7}" type="presParOf" srcId="{A5639746-96AD-1741-9C31-E89E4DDE407F}" destId="{90A7F94F-EA03-9145-AA2F-06935828D7CB}" srcOrd="1" destOrd="0" presId="urn:microsoft.com/office/officeart/2008/layout/LinedList"/>
    <dgm:cxn modelId="{EFC4CDDD-DFF5-2A45-A8D1-8F02096757D6}" type="presParOf" srcId="{A89B59FF-FCF4-4647-8877-2AF139EB874E}" destId="{D238BC2B-1A3E-9444-9241-175B53A8B618}" srcOrd="4" destOrd="0" presId="urn:microsoft.com/office/officeart/2008/layout/LinedList"/>
    <dgm:cxn modelId="{C2B499EC-A807-F14D-8B6F-15EC769B7879}" type="presParOf" srcId="{A89B59FF-FCF4-4647-8877-2AF139EB874E}" destId="{2269B362-2C7F-7149-B4D0-519EDF3CA10F}" srcOrd="5" destOrd="0" presId="urn:microsoft.com/office/officeart/2008/layout/LinedList"/>
    <dgm:cxn modelId="{4B50DD41-B546-CC40-9B41-1B6197DC2DAC}" type="presParOf" srcId="{2269B362-2C7F-7149-B4D0-519EDF3CA10F}" destId="{86846ACB-73F8-1347-8EF9-601B3E85BFF4}" srcOrd="0" destOrd="0" presId="urn:microsoft.com/office/officeart/2008/layout/LinedList"/>
    <dgm:cxn modelId="{84B18F47-95D6-1C40-B6EF-52F00DBBE9C7}" type="presParOf" srcId="{2269B362-2C7F-7149-B4D0-519EDF3CA10F}" destId="{AC74212C-78B6-314E-8652-7CD844847119}" srcOrd="1" destOrd="0" presId="urn:microsoft.com/office/officeart/2008/layout/LinedList"/>
    <dgm:cxn modelId="{2864BC36-7AA2-3448-A154-47101B26BC6F}" type="presParOf" srcId="{A89B59FF-FCF4-4647-8877-2AF139EB874E}" destId="{D90E37AE-7511-2743-A536-4C41AFC1462A}" srcOrd="6" destOrd="0" presId="urn:microsoft.com/office/officeart/2008/layout/LinedList"/>
    <dgm:cxn modelId="{A4550738-5D22-4D4D-826A-034D122032AE}" type="presParOf" srcId="{A89B59FF-FCF4-4647-8877-2AF139EB874E}" destId="{C366C36F-6F1B-F34F-A26E-7BBB95340D5F}" srcOrd="7" destOrd="0" presId="urn:microsoft.com/office/officeart/2008/layout/LinedList"/>
    <dgm:cxn modelId="{B41087E8-8D6D-724B-B9ED-627187E890EF}" type="presParOf" srcId="{C366C36F-6F1B-F34F-A26E-7BBB95340D5F}" destId="{D9AF801B-672C-3B4F-A019-E09C32D2AD53}" srcOrd="0" destOrd="0" presId="urn:microsoft.com/office/officeart/2008/layout/LinedList"/>
    <dgm:cxn modelId="{5612612B-691E-1F4A-A90D-AF45426DCA1D}" type="presParOf" srcId="{C366C36F-6F1B-F34F-A26E-7BBB95340D5F}" destId="{4CFD5174-EDF2-C745-B06F-7F39784E2428}" srcOrd="1" destOrd="0" presId="urn:microsoft.com/office/officeart/2008/layout/LinedList"/>
    <dgm:cxn modelId="{718B9087-F296-DB48-8491-EA569505016E}" type="presParOf" srcId="{A89B59FF-FCF4-4647-8877-2AF139EB874E}" destId="{AF2440FF-BEA8-9241-AA0B-403B5E86EDA0}" srcOrd="8" destOrd="0" presId="urn:microsoft.com/office/officeart/2008/layout/LinedList"/>
    <dgm:cxn modelId="{8D7D105D-53F2-6D4C-BD61-154CB7C83426}" type="presParOf" srcId="{A89B59FF-FCF4-4647-8877-2AF139EB874E}" destId="{4363D7B0-5887-A842-B4DE-040B8D6F82EF}" srcOrd="9" destOrd="0" presId="urn:microsoft.com/office/officeart/2008/layout/LinedList"/>
    <dgm:cxn modelId="{229B07D1-D31D-0A4E-82AA-E5FF7394CCC6}" type="presParOf" srcId="{4363D7B0-5887-A842-B4DE-040B8D6F82EF}" destId="{896C283C-0DB0-2D49-B957-F4D04924F8C8}" srcOrd="0" destOrd="0" presId="urn:microsoft.com/office/officeart/2008/layout/LinedList"/>
    <dgm:cxn modelId="{CAF72E1E-CF21-9C45-8F5F-E9FEE7BD4829}" type="presParOf" srcId="{4363D7B0-5887-A842-B4DE-040B8D6F82EF}" destId="{34275FCC-8B36-F042-A330-958B6B8F1830}" srcOrd="1" destOrd="0" presId="urn:microsoft.com/office/officeart/2008/layout/LinedList"/>
    <dgm:cxn modelId="{2589BD54-BD6F-8F4E-88FC-E3957BB93CD6}" type="presParOf" srcId="{A89B59FF-FCF4-4647-8877-2AF139EB874E}" destId="{D315A767-A213-9E4E-AF35-05D45B483875}" srcOrd="10" destOrd="0" presId="urn:microsoft.com/office/officeart/2008/layout/LinedList"/>
    <dgm:cxn modelId="{74E2E382-6A92-6443-B061-2AFBB328DBAF}" type="presParOf" srcId="{A89B59FF-FCF4-4647-8877-2AF139EB874E}" destId="{A27C967B-CDA7-444B-9EFA-AA9767C3DC13}" srcOrd="11" destOrd="0" presId="urn:microsoft.com/office/officeart/2008/layout/LinedList"/>
    <dgm:cxn modelId="{9BB6F29D-BF18-BF4A-B4CE-6162797B499E}" type="presParOf" srcId="{A27C967B-CDA7-444B-9EFA-AA9767C3DC13}" destId="{F814EEC6-21D4-3E41-AA17-EB86AA692DAE}" srcOrd="0" destOrd="0" presId="urn:microsoft.com/office/officeart/2008/layout/LinedList"/>
    <dgm:cxn modelId="{D6FC5026-6E49-C640-9D1E-71B4C0CB755B}" type="presParOf" srcId="{A27C967B-CDA7-444B-9EFA-AA9767C3DC13}" destId="{4BC676AA-3190-C246-88C3-784034B2C4AA}" srcOrd="1" destOrd="0" presId="urn:microsoft.com/office/officeart/2008/layout/LinedList"/>
    <dgm:cxn modelId="{2C18B0FB-C8E3-6F4A-8ACF-EE4D584E433C}" type="presParOf" srcId="{A89B59FF-FCF4-4647-8877-2AF139EB874E}" destId="{4EE91522-1B5F-684F-A11F-561C49630F9B}" srcOrd="12" destOrd="0" presId="urn:microsoft.com/office/officeart/2008/layout/LinedList"/>
    <dgm:cxn modelId="{2679A653-E024-0A4F-9296-79C557EBF765}" type="presParOf" srcId="{A89B59FF-FCF4-4647-8877-2AF139EB874E}" destId="{976FCFCE-34A6-DF4E-BDE2-9D045D689E6C}" srcOrd="13" destOrd="0" presId="urn:microsoft.com/office/officeart/2008/layout/LinedList"/>
    <dgm:cxn modelId="{59644C1D-9A65-434A-9C7C-ED8AE6E91CA1}" type="presParOf" srcId="{976FCFCE-34A6-DF4E-BDE2-9D045D689E6C}" destId="{3CA4688B-2E31-7E46-973D-F5627DA04E22}" srcOrd="0" destOrd="0" presId="urn:microsoft.com/office/officeart/2008/layout/LinedList"/>
    <dgm:cxn modelId="{23DE85A6-0960-B64E-AF8C-C42329BBE96A}" type="presParOf" srcId="{976FCFCE-34A6-DF4E-BDE2-9D045D689E6C}" destId="{0BDFFC6E-C808-AE4C-BEFD-E2571E6BA449}" srcOrd="1" destOrd="0" presId="urn:microsoft.com/office/officeart/2008/layout/LinedList"/>
    <dgm:cxn modelId="{D88ECB65-B03F-1540-8734-8BDF63B3684A}" type="presParOf" srcId="{A89B59FF-FCF4-4647-8877-2AF139EB874E}" destId="{8C459574-0CDF-8640-B060-491C42C7822D}" srcOrd="14" destOrd="0" presId="urn:microsoft.com/office/officeart/2008/layout/LinedList"/>
    <dgm:cxn modelId="{A4A46D92-5543-DD42-8463-6CC9BE83B432}" type="presParOf" srcId="{A89B59FF-FCF4-4647-8877-2AF139EB874E}" destId="{47C8DD52-AF35-B642-9268-69707D4B801E}" srcOrd="15" destOrd="0" presId="urn:microsoft.com/office/officeart/2008/layout/LinedList"/>
    <dgm:cxn modelId="{A6564EEF-ADE5-8243-95BA-52F704E2A248}" type="presParOf" srcId="{47C8DD52-AF35-B642-9268-69707D4B801E}" destId="{82DF996A-DBF1-EB4F-8B59-847F8290869A}" srcOrd="0" destOrd="0" presId="urn:microsoft.com/office/officeart/2008/layout/LinedList"/>
    <dgm:cxn modelId="{60DADB4A-A333-C640-9DC2-9B8AC4693934}" type="presParOf" srcId="{47C8DD52-AF35-B642-9268-69707D4B801E}" destId="{12C1DF4E-8E49-B649-9D7A-415F4D6CA5E0}" srcOrd="1" destOrd="0" presId="urn:microsoft.com/office/officeart/2008/layout/LinedList"/>
    <dgm:cxn modelId="{410EE89F-E981-3348-B725-7EBC624B45E1}" type="presParOf" srcId="{A89B59FF-FCF4-4647-8877-2AF139EB874E}" destId="{4DE96A34-91B9-B84D-B0E6-A99741A51F14}" srcOrd="16" destOrd="0" presId="urn:microsoft.com/office/officeart/2008/layout/LinedList"/>
    <dgm:cxn modelId="{84E31D64-29C6-9045-B44D-82107DC68AC2}" type="presParOf" srcId="{A89B59FF-FCF4-4647-8877-2AF139EB874E}" destId="{6B0039D0-2CFE-C544-A721-9EC3702010C6}" srcOrd="17" destOrd="0" presId="urn:microsoft.com/office/officeart/2008/layout/LinedList"/>
    <dgm:cxn modelId="{A8E8B9D7-B36A-2D48-994A-63598606063A}" type="presParOf" srcId="{6B0039D0-2CFE-C544-A721-9EC3702010C6}" destId="{204DF384-AE45-924F-B4C6-8E722DA24C38}" srcOrd="0" destOrd="0" presId="urn:microsoft.com/office/officeart/2008/layout/LinedList"/>
    <dgm:cxn modelId="{CF6BE8A3-5867-3640-B2DD-931CBD7A99B6}" type="presParOf" srcId="{6B0039D0-2CFE-C544-A721-9EC3702010C6}" destId="{DD63465B-43E5-5B4E-869E-C3EFE3015D0D}" srcOrd="1" destOrd="0" presId="urn:microsoft.com/office/officeart/2008/layout/LinedList"/>
    <dgm:cxn modelId="{53709E4B-1871-324E-82EC-DBDADED965A0}" type="presParOf" srcId="{A89B59FF-FCF4-4647-8877-2AF139EB874E}" destId="{64D2F1CF-569A-7E41-9C0F-25C8F739BFD7}" srcOrd="18" destOrd="0" presId="urn:microsoft.com/office/officeart/2008/layout/LinedList"/>
    <dgm:cxn modelId="{EE734048-A8F0-A442-8D54-C5BDF1F8B2DB}" type="presParOf" srcId="{A89B59FF-FCF4-4647-8877-2AF139EB874E}" destId="{E2156C99-4C57-3049-974B-CB77A6C8E6F8}" srcOrd="19" destOrd="0" presId="urn:microsoft.com/office/officeart/2008/layout/LinedList"/>
    <dgm:cxn modelId="{C3B86706-98A8-7448-8D85-0507B2872F1B}" type="presParOf" srcId="{E2156C99-4C57-3049-974B-CB77A6C8E6F8}" destId="{4E284501-96DD-8D4D-B5AB-CFD7D26C4B55}" srcOrd="0" destOrd="0" presId="urn:microsoft.com/office/officeart/2008/layout/LinedList"/>
    <dgm:cxn modelId="{32E8AAC4-FF2F-8243-ABD0-75B17F385429}" type="presParOf" srcId="{E2156C99-4C57-3049-974B-CB77A6C8E6F8}" destId="{0AD2340B-6D76-8548-9C91-B5A1C6DD7519}" srcOrd="1" destOrd="0" presId="urn:microsoft.com/office/officeart/2008/layout/LinedList"/>
    <dgm:cxn modelId="{3CB6AFD0-FF7D-364D-90D5-B557F8317A95}" type="presParOf" srcId="{A89B59FF-FCF4-4647-8877-2AF139EB874E}" destId="{E11C2B00-03B7-7141-B110-A7614F43F13A}" srcOrd="20" destOrd="0" presId="urn:microsoft.com/office/officeart/2008/layout/LinedList"/>
    <dgm:cxn modelId="{A06ED99F-0E9A-B340-8115-E50A7B79B89B}" type="presParOf" srcId="{A89B59FF-FCF4-4647-8877-2AF139EB874E}" destId="{2D0EBF54-D941-7E44-9D8F-78C50576B06D}" srcOrd="21" destOrd="0" presId="urn:microsoft.com/office/officeart/2008/layout/LinedList"/>
    <dgm:cxn modelId="{5819FA20-FE1B-E74F-9B4F-08D1AC35157C}" type="presParOf" srcId="{2D0EBF54-D941-7E44-9D8F-78C50576B06D}" destId="{82D9D3A0-2F7E-F54C-80E6-E45033754104}" srcOrd="0" destOrd="0" presId="urn:microsoft.com/office/officeart/2008/layout/LinedList"/>
    <dgm:cxn modelId="{5DA6603A-4A07-7D47-ABF8-B850F0FE2AE5}" type="presParOf" srcId="{2D0EBF54-D941-7E44-9D8F-78C50576B06D}" destId="{6061AB41-DC31-3B48-A12B-CF9C248DF27F}" srcOrd="1" destOrd="0" presId="urn:microsoft.com/office/officeart/2008/layout/LinedList"/>
    <dgm:cxn modelId="{B668354E-40C7-D54D-A87C-66589BCD16CE}" type="presParOf" srcId="{A89B59FF-FCF4-4647-8877-2AF139EB874E}" destId="{76FA71F1-1A85-674C-9EBB-C5228C706197}" srcOrd="22" destOrd="0" presId="urn:microsoft.com/office/officeart/2008/layout/LinedList"/>
    <dgm:cxn modelId="{F963CE8A-D7B2-8A40-B2A9-54480FAEF4C1}" type="presParOf" srcId="{A89B59FF-FCF4-4647-8877-2AF139EB874E}" destId="{338710D2-BEFF-4E48-A539-E57F426AF15C}" srcOrd="23" destOrd="0" presId="urn:microsoft.com/office/officeart/2008/layout/LinedList"/>
    <dgm:cxn modelId="{DC46D4D2-C3AD-034B-B51D-A5FAA0DD67CF}" type="presParOf" srcId="{338710D2-BEFF-4E48-A539-E57F426AF15C}" destId="{3290C777-4D4C-394A-B55B-7CF5563A95E6}" srcOrd="0" destOrd="0" presId="urn:microsoft.com/office/officeart/2008/layout/LinedList"/>
    <dgm:cxn modelId="{C0F51BDF-D5C1-8646-8034-FD2D0151175B}" type="presParOf" srcId="{338710D2-BEFF-4E48-A539-E57F426AF15C}" destId="{5A04E807-6A53-744A-8EF3-1ECDE4719D58}" srcOrd="1" destOrd="0" presId="urn:microsoft.com/office/officeart/2008/layout/LinedList"/>
    <dgm:cxn modelId="{2D8DB5AE-1246-5F4F-A8EC-10400AB2A946}" type="presParOf" srcId="{A89B59FF-FCF4-4647-8877-2AF139EB874E}" destId="{A2B41D5B-82F0-B149-BE93-ECC94F0F5562}" srcOrd="24" destOrd="0" presId="urn:microsoft.com/office/officeart/2008/layout/LinedList"/>
    <dgm:cxn modelId="{95ED8A9B-717A-8C4E-BD43-D8FEB1118F6E}" type="presParOf" srcId="{A89B59FF-FCF4-4647-8877-2AF139EB874E}" destId="{0F905144-E4B6-A942-AF48-D4FA55D8486D}" srcOrd="25" destOrd="0" presId="urn:microsoft.com/office/officeart/2008/layout/LinedList"/>
    <dgm:cxn modelId="{73FF1EBE-E9C9-AC41-BBDC-63072403DDED}" type="presParOf" srcId="{0F905144-E4B6-A942-AF48-D4FA55D8486D}" destId="{36ED4962-5573-E74B-A5C7-9073FAFCB0B7}" srcOrd="0" destOrd="0" presId="urn:microsoft.com/office/officeart/2008/layout/LinedList"/>
    <dgm:cxn modelId="{6BEFA5D7-2E18-0142-90F8-3556825D9D30}" type="presParOf" srcId="{0F905144-E4B6-A942-AF48-D4FA55D8486D}" destId="{2EC38174-D523-4A40-8FDA-187DAC706B8B}" srcOrd="1" destOrd="0" presId="urn:microsoft.com/office/officeart/2008/layout/LinedList"/>
    <dgm:cxn modelId="{5FBFB550-B3E8-8141-9BA7-DB3A40509883}" type="presParOf" srcId="{A89B59FF-FCF4-4647-8877-2AF139EB874E}" destId="{F4D72B32-36EB-CD4D-824B-4DAE57C80774}" srcOrd="26" destOrd="0" presId="urn:microsoft.com/office/officeart/2008/layout/LinedList"/>
    <dgm:cxn modelId="{64D5E70C-5CC7-2F44-852E-CA72260FCB16}" type="presParOf" srcId="{A89B59FF-FCF4-4647-8877-2AF139EB874E}" destId="{973599FD-AA61-B247-839C-CD2FFA659951}" srcOrd="27" destOrd="0" presId="urn:microsoft.com/office/officeart/2008/layout/LinedList"/>
    <dgm:cxn modelId="{F6D7E85F-CABB-0B46-B243-EA4D0B6E733F}" type="presParOf" srcId="{973599FD-AA61-B247-839C-CD2FFA659951}" destId="{9FF06201-DE37-F34E-9148-8B8EF6B90367}" srcOrd="0" destOrd="0" presId="urn:microsoft.com/office/officeart/2008/layout/LinedList"/>
    <dgm:cxn modelId="{F85730FC-4746-664D-B7D7-24CB30205892}" type="presParOf" srcId="{973599FD-AA61-B247-839C-CD2FFA659951}" destId="{68D3CA0D-818E-DB41-9F21-F5148401285D}" srcOrd="1" destOrd="0" presId="urn:microsoft.com/office/officeart/2008/layout/LinedList"/>
    <dgm:cxn modelId="{E8B58F17-C135-2E47-A017-F3C618CFFAA9}" type="presParOf" srcId="{A89B59FF-FCF4-4647-8877-2AF139EB874E}" destId="{82920E5A-9A80-F749-8521-786630F7A16B}" srcOrd="28" destOrd="0" presId="urn:microsoft.com/office/officeart/2008/layout/LinedList"/>
    <dgm:cxn modelId="{6CB988A5-BCB6-B844-9C96-4DB7C2DA3995}" type="presParOf" srcId="{A89B59FF-FCF4-4647-8877-2AF139EB874E}" destId="{3C81FCB1-BC38-6B48-A6B9-101814EB519F}" srcOrd="29" destOrd="0" presId="urn:microsoft.com/office/officeart/2008/layout/LinedList"/>
    <dgm:cxn modelId="{7765CB15-2A1B-094C-9AD2-04AEA560B1DB}" type="presParOf" srcId="{3C81FCB1-BC38-6B48-A6B9-101814EB519F}" destId="{42135259-06E5-2B4B-8AC7-683DD6900D3A}" srcOrd="0" destOrd="0" presId="urn:microsoft.com/office/officeart/2008/layout/LinedList"/>
    <dgm:cxn modelId="{328B908D-73E2-374D-8730-27118BE9E26D}" type="presParOf" srcId="{3C81FCB1-BC38-6B48-A6B9-101814EB519F}" destId="{DED74B09-4A89-CC42-A080-7F86CFA160C2}" srcOrd="1" destOrd="0" presId="urn:microsoft.com/office/officeart/2008/layout/LinedList"/>
    <dgm:cxn modelId="{3BBE2DFB-9B2F-954F-B5A2-CE5CAC08A8DD}" type="presParOf" srcId="{A89B59FF-FCF4-4647-8877-2AF139EB874E}" destId="{52DE6B43-D1A7-7841-97C4-B52EB89CD894}" srcOrd="30" destOrd="0" presId="urn:microsoft.com/office/officeart/2008/layout/LinedList"/>
    <dgm:cxn modelId="{21C135C3-3FB4-DE41-8F04-7666FFC9BFD3}" type="presParOf" srcId="{A89B59FF-FCF4-4647-8877-2AF139EB874E}" destId="{6633D9BE-C4FC-114F-B350-25C87421D109}" srcOrd="31" destOrd="0" presId="urn:microsoft.com/office/officeart/2008/layout/LinedList"/>
    <dgm:cxn modelId="{47C35C7E-0EB0-1944-BF6E-AC641D200F80}" type="presParOf" srcId="{6633D9BE-C4FC-114F-B350-25C87421D109}" destId="{EF3704D1-3E2F-7143-8382-F8AFF983CA20}" srcOrd="0" destOrd="0" presId="urn:microsoft.com/office/officeart/2008/layout/LinedList"/>
    <dgm:cxn modelId="{29CB1298-9089-9247-AF68-B87F20496157}" type="presParOf" srcId="{6633D9BE-C4FC-114F-B350-25C87421D109}" destId="{B1743676-C22B-5C44-8A92-C162C2D63298}" srcOrd="1" destOrd="0" presId="urn:microsoft.com/office/officeart/2008/layout/LinedList"/>
    <dgm:cxn modelId="{FCDE2923-5284-A646-945D-3B519BCE0ED8}" type="presParOf" srcId="{A89B59FF-FCF4-4647-8877-2AF139EB874E}" destId="{0EF51F83-84E2-BE4A-B4CD-E2FCABE151FD}" srcOrd="32" destOrd="0" presId="urn:microsoft.com/office/officeart/2008/layout/LinedList"/>
    <dgm:cxn modelId="{6C4A52C5-A88C-F14B-BBE8-1E4C11E9A5C5}" type="presParOf" srcId="{A89B59FF-FCF4-4647-8877-2AF139EB874E}" destId="{A36A18C6-42C4-D149-B1E3-341DCC335A0E}" srcOrd="33" destOrd="0" presId="urn:microsoft.com/office/officeart/2008/layout/LinedList"/>
    <dgm:cxn modelId="{AEE810D1-8AAD-5244-B3FB-CB445F20BDBE}" type="presParOf" srcId="{A36A18C6-42C4-D149-B1E3-341DCC335A0E}" destId="{D0F84C96-1B27-5246-A3D3-1FBEB1415644}" srcOrd="0" destOrd="0" presId="urn:microsoft.com/office/officeart/2008/layout/LinedList"/>
    <dgm:cxn modelId="{CC4049ED-8A08-C542-901A-61E9D62B8430}" type="presParOf" srcId="{A36A18C6-42C4-D149-B1E3-341DCC335A0E}" destId="{C5ECED81-9DD3-0C4C-8B10-D2900B7EAE54}" srcOrd="1" destOrd="0" presId="urn:microsoft.com/office/officeart/2008/layout/LinedList"/>
    <dgm:cxn modelId="{7E91EBDA-F0E3-BF4A-8E1D-9D0161CA7D30}" type="presParOf" srcId="{A89B59FF-FCF4-4647-8877-2AF139EB874E}" destId="{BCA97607-3239-4945-9A57-5CFEE27715F6}" srcOrd="34" destOrd="0" presId="urn:microsoft.com/office/officeart/2008/layout/LinedList"/>
    <dgm:cxn modelId="{B62B4F9E-ED6D-D244-88FF-F87266FFD381}" type="presParOf" srcId="{A89B59FF-FCF4-4647-8877-2AF139EB874E}" destId="{961B1D92-ADF6-3844-AD3E-4244C649119B}" srcOrd="35" destOrd="0" presId="urn:microsoft.com/office/officeart/2008/layout/LinedList"/>
    <dgm:cxn modelId="{86E4702A-56DC-1548-A8C4-04B7B123E486}" type="presParOf" srcId="{961B1D92-ADF6-3844-AD3E-4244C649119B}" destId="{778D66EA-8FA6-8344-BA91-9CE4728CA03D}" srcOrd="0" destOrd="0" presId="urn:microsoft.com/office/officeart/2008/layout/LinedList"/>
    <dgm:cxn modelId="{88A07317-7B2E-6546-B9F4-84E834344421}" type="presParOf" srcId="{961B1D92-ADF6-3844-AD3E-4244C649119B}" destId="{8D497448-776A-2C48-B415-1511425BF3E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5AE819-4C34-43E9-920A-9610E59402C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555B9B-E2EC-4A86-B71F-97CF66F881E3}">
      <dgm:prSet/>
      <dgm:spPr/>
      <dgm:t>
        <a:bodyPr/>
        <a:lstStyle/>
        <a:p>
          <a:r>
            <a:rPr lang="en-US" b="1"/>
            <a:t>Challenges Faced:</a:t>
          </a:r>
          <a:endParaRPr lang="en-US"/>
        </a:p>
      </dgm:t>
    </dgm:pt>
    <dgm:pt modelId="{DCB60797-87B0-4E2D-9BBF-DE78C7E3718E}" type="parTrans" cxnId="{3BE52564-6D11-4F84-96EB-3AF2CAF538BB}">
      <dgm:prSet/>
      <dgm:spPr/>
      <dgm:t>
        <a:bodyPr/>
        <a:lstStyle/>
        <a:p>
          <a:endParaRPr lang="en-US"/>
        </a:p>
      </dgm:t>
    </dgm:pt>
    <dgm:pt modelId="{7180A9EA-1EA8-4291-9A9C-529A99A71B04}" type="sibTrans" cxnId="{3BE52564-6D11-4F84-96EB-3AF2CAF538BB}">
      <dgm:prSet/>
      <dgm:spPr/>
      <dgm:t>
        <a:bodyPr/>
        <a:lstStyle/>
        <a:p>
          <a:endParaRPr lang="en-US"/>
        </a:p>
      </dgm:t>
    </dgm:pt>
    <dgm:pt modelId="{E5197718-D42E-41C8-AC6B-0CF67BA8E339}">
      <dgm:prSet/>
      <dgm:spPr/>
      <dgm:t>
        <a:bodyPr/>
        <a:lstStyle/>
        <a:p>
          <a:r>
            <a:rPr lang="en-US" b="1"/>
            <a:t>1. Column Name Issues</a:t>
          </a:r>
          <a:r>
            <a:rPr lang="en-US"/>
            <a:t> </a:t>
          </a:r>
        </a:p>
      </dgm:t>
    </dgm:pt>
    <dgm:pt modelId="{41191F24-FFE6-4EF7-B137-1820880245A4}" type="parTrans" cxnId="{F7566E1E-F5FD-4657-8215-45C456ED4F3C}">
      <dgm:prSet/>
      <dgm:spPr/>
      <dgm:t>
        <a:bodyPr/>
        <a:lstStyle/>
        <a:p>
          <a:endParaRPr lang="en-US"/>
        </a:p>
      </dgm:t>
    </dgm:pt>
    <dgm:pt modelId="{D21391D0-92C8-4ABA-9DF3-A34A08973626}" type="sibTrans" cxnId="{F7566E1E-F5FD-4657-8215-45C456ED4F3C}">
      <dgm:prSet/>
      <dgm:spPr/>
      <dgm:t>
        <a:bodyPr/>
        <a:lstStyle/>
        <a:p>
          <a:endParaRPr lang="en-US"/>
        </a:p>
      </dgm:t>
    </dgm:pt>
    <dgm:pt modelId="{CF18B926-96EA-4642-88DA-B2398211655C}">
      <dgm:prSet/>
      <dgm:spPr/>
      <dgm:t>
        <a:bodyPr/>
        <a:lstStyle/>
        <a:p>
          <a:r>
            <a:rPr lang="en-US"/>
            <a:t>Problem: CSV files had spaces in headers</a:t>
          </a:r>
        </a:p>
      </dgm:t>
    </dgm:pt>
    <dgm:pt modelId="{5790EB9B-ADA0-46A2-A66E-D2AA7DE248DA}" type="parTrans" cxnId="{CA7E5818-9980-424D-9F75-9528B7EFFF4A}">
      <dgm:prSet/>
      <dgm:spPr/>
      <dgm:t>
        <a:bodyPr/>
        <a:lstStyle/>
        <a:p>
          <a:endParaRPr lang="en-US"/>
        </a:p>
      </dgm:t>
    </dgm:pt>
    <dgm:pt modelId="{A5ADA4B9-A36B-4847-9DB9-3ED2B8C63998}" type="sibTrans" cxnId="{CA7E5818-9980-424D-9F75-9528B7EFFF4A}">
      <dgm:prSet/>
      <dgm:spPr/>
      <dgm:t>
        <a:bodyPr/>
        <a:lstStyle/>
        <a:p>
          <a:endParaRPr lang="en-US"/>
        </a:p>
      </dgm:t>
    </dgm:pt>
    <dgm:pt modelId="{4778D7C8-C0A8-4D77-9293-8935E0AC9B33}">
      <dgm:prSet/>
      <dgm:spPr/>
      <dgm:t>
        <a:bodyPr/>
        <a:lstStyle/>
        <a:p>
          <a:r>
            <a:rPr lang="en-US"/>
            <a:t>Solution: Glue ETL automatically cleaned column names</a:t>
          </a:r>
        </a:p>
      </dgm:t>
    </dgm:pt>
    <dgm:pt modelId="{1C3B3F1D-A554-4EE0-903B-353663955AF3}" type="parTrans" cxnId="{9FB2DFFF-B974-42B9-A6F0-EB1149922766}">
      <dgm:prSet/>
      <dgm:spPr/>
      <dgm:t>
        <a:bodyPr/>
        <a:lstStyle/>
        <a:p>
          <a:endParaRPr lang="en-US"/>
        </a:p>
      </dgm:t>
    </dgm:pt>
    <dgm:pt modelId="{C84357B7-F119-48B9-9465-3FB7B9718A03}" type="sibTrans" cxnId="{9FB2DFFF-B974-42B9-A6F0-EB1149922766}">
      <dgm:prSet/>
      <dgm:spPr/>
      <dgm:t>
        <a:bodyPr/>
        <a:lstStyle/>
        <a:p>
          <a:endParaRPr lang="en-US"/>
        </a:p>
      </dgm:t>
    </dgm:pt>
    <dgm:pt modelId="{D79F93FB-835A-4D22-94FB-08E2F65A03F4}">
      <dgm:prSet/>
      <dgm:spPr/>
      <dgm:t>
        <a:bodyPr/>
        <a:lstStyle/>
        <a:p>
          <a:r>
            <a:rPr lang="en-US" b="1"/>
            <a:t>2. Data Type Inconsistencies</a:t>
          </a:r>
          <a:r>
            <a:rPr lang="en-US"/>
            <a:t> </a:t>
          </a:r>
        </a:p>
      </dgm:t>
    </dgm:pt>
    <dgm:pt modelId="{CA5702DD-6353-4918-BA33-C2AB24B0EBAC}" type="parTrans" cxnId="{C5140008-4B47-4F75-B182-34E3364310FD}">
      <dgm:prSet/>
      <dgm:spPr/>
      <dgm:t>
        <a:bodyPr/>
        <a:lstStyle/>
        <a:p>
          <a:endParaRPr lang="en-US"/>
        </a:p>
      </dgm:t>
    </dgm:pt>
    <dgm:pt modelId="{8D90C2E7-68E2-495F-8904-67B9F267BED2}" type="sibTrans" cxnId="{C5140008-4B47-4F75-B182-34E3364310FD}">
      <dgm:prSet/>
      <dgm:spPr/>
      <dgm:t>
        <a:bodyPr/>
        <a:lstStyle/>
        <a:p>
          <a:endParaRPr lang="en-US"/>
        </a:p>
      </dgm:t>
    </dgm:pt>
    <dgm:pt modelId="{73CAC900-6C3E-4A35-8275-102FA7704709}">
      <dgm:prSet/>
      <dgm:spPr/>
      <dgm:t>
        <a:bodyPr/>
        <a:lstStyle/>
        <a:p>
          <a:r>
            <a:rPr lang="en-US" dirty="0"/>
            <a:t>Problem: Mixed data types, </a:t>
          </a:r>
          <a:r>
            <a:rPr lang="en-US" dirty="0" err="1"/>
            <a:t>NaN</a:t>
          </a:r>
          <a:r>
            <a:rPr lang="en-US" dirty="0"/>
            <a:t> values</a:t>
          </a:r>
        </a:p>
      </dgm:t>
    </dgm:pt>
    <dgm:pt modelId="{CAD83A61-F0BB-4A75-AC29-DF67FE73364A}" type="parTrans" cxnId="{E79DBCE0-4FCF-48CE-AE35-F5FE426B0497}">
      <dgm:prSet/>
      <dgm:spPr/>
      <dgm:t>
        <a:bodyPr/>
        <a:lstStyle/>
        <a:p>
          <a:endParaRPr lang="en-US"/>
        </a:p>
      </dgm:t>
    </dgm:pt>
    <dgm:pt modelId="{05E2E729-54B8-4B1B-A02E-0557A4752141}" type="sibTrans" cxnId="{E79DBCE0-4FCF-48CE-AE35-F5FE426B0497}">
      <dgm:prSet/>
      <dgm:spPr/>
      <dgm:t>
        <a:bodyPr/>
        <a:lstStyle/>
        <a:p>
          <a:endParaRPr lang="en-US"/>
        </a:p>
      </dgm:t>
    </dgm:pt>
    <dgm:pt modelId="{B19E3B46-304F-4CCB-BE4A-E8710385B5D0}">
      <dgm:prSet/>
      <dgm:spPr/>
      <dgm:t>
        <a:bodyPr/>
        <a:lstStyle/>
        <a:p>
          <a:r>
            <a:rPr lang="en-US"/>
            <a:t>Solution: Implemented robust type casting and null handling</a:t>
          </a:r>
        </a:p>
      </dgm:t>
    </dgm:pt>
    <dgm:pt modelId="{CDA96374-FECC-4E71-9330-C7740C169482}" type="parTrans" cxnId="{FB98AAA6-566A-48A5-A7A9-D885896ADFB7}">
      <dgm:prSet/>
      <dgm:spPr/>
      <dgm:t>
        <a:bodyPr/>
        <a:lstStyle/>
        <a:p>
          <a:endParaRPr lang="en-US"/>
        </a:p>
      </dgm:t>
    </dgm:pt>
    <dgm:pt modelId="{9C6715C7-D9B8-4D55-BC23-4C39A5902E46}" type="sibTrans" cxnId="{FB98AAA6-566A-48A5-A7A9-D885896ADFB7}">
      <dgm:prSet/>
      <dgm:spPr/>
      <dgm:t>
        <a:bodyPr/>
        <a:lstStyle/>
        <a:p>
          <a:endParaRPr lang="en-US"/>
        </a:p>
      </dgm:t>
    </dgm:pt>
    <dgm:pt modelId="{417754D8-852C-4827-BAC2-393DFE251A76}">
      <dgm:prSet/>
      <dgm:spPr/>
      <dgm:t>
        <a:bodyPr/>
        <a:lstStyle/>
        <a:p>
          <a:r>
            <a:rPr lang="en-US" b="1"/>
            <a:t>3. Query Performance</a:t>
          </a:r>
          <a:r>
            <a:rPr lang="en-US"/>
            <a:t> </a:t>
          </a:r>
        </a:p>
      </dgm:t>
    </dgm:pt>
    <dgm:pt modelId="{2C5B385E-8549-46C8-BF8F-AE2181C1E7FD}" type="parTrans" cxnId="{01E75EB0-3BDE-4314-8EE4-E00D9C5AEAB3}">
      <dgm:prSet/>
      <dgm:spPr/>
      <dgm:t>
        <a:bodyPr/>
        <a:lstStyle/>
        <a:p>
          <a:endParaRPr lang="en-US"/>
        </a:p>
      </dgm:t>
    </dgm:pt>
    <dgm:pt modelId="{777FAF3A-1139-4CE4-BCA5-BEFE829A8D20}" type="sibTrans" cxnId="{01E75EB0-3BDE-4314-8EE4-E00D9C5AEAB3}">
      <dgm:prSet/>
      <dgm:spPr/>
      <dgm:t>
        <a:bodyPr/>
        <a:lstStyle/>
        <a:p>
          <a:endParaRPr lang="en-US"/>
        </a:p>
      </dgm:t>
    </dgm:pt>
    <dgm:pt modelId="{405088C6-610E-4988-8229-5F9CBCC010F4}">
      <dgm:prSet/>
      <dgm:spPr/>
      <dgm:t>
        <a:bodyPr/>
        <a:lstStyle/>
        <a:p>
          <a:r>
            <a:rPr lang="en-US" dirty="0"/>
            <a:t>Problem: Initial queries were slow on CSV</a:t>
          </a:r>
        </a:p>
      </dgm:t>
    </dgm:pt>
    <dgm:pt modelId="{048D5AA2-3CA0-46E4-8AB0-437B5B6A20BE}" type="parTrans" cxnId="{8DA74E95-87AE-40B0-BBD8-5C02661D767E}">
      <dgm:prSet/>
      <dgm:spPr/>
      <dgm:t>
        <a:bodyPr/>
        <a:lstStyle/>
        <a:p>
          <a:endParaRPr lang="en-US"/>
        </a:p>
      </dgm:t>
    </dgm:pt>
    <dgm:pt modelId="{398E5190-3863-40A3-8920-E04246F8E919}" type="sibTrans" cxnId="{8DA74E95-87AE-40B0-BBD8-5C02661D767E}">
      <dgm:prSet/>
      <dgm:spPr/>
      <dgm:t>
        <a:bodyPr/>
        <a:lstStyle/>
        <a:p>
          <a:endParaRPr lang="en-US"/>
        </a:p>
      </dgm:t>
    </dgm:pt>
    <dgm:pt modelId="{992B2DCC-6CA3-4CD5-8B07-E20D7BC3F8A0}">
      <dgm:prSet/>
      <dgm:spPr/>
      <dgm:t>
        <a:bodyPr/>
        <a:lstStyle/>
        <a:p>
          <a:r>
            <a:rPr lang="en-US"/>
            <a:t>Solution: Converted to Parquet, partitioned data</a:t>
          </a:r>
        </a:p>
      </dgm:t>
    </dgm:pt>
    <dgm:pt modelId="{75EAE57A-C66E-431E-A632-E4D12DDB99B8}" type="parTrans" cxnId="{5E648380-5668-461D-8824-190522EE0B13}">
      <dgm:prSet/>
      <dgm:spPr/>
      <dgm:t>
        <a:bodyPr/>
        <a:lstStyle/>
        <a:p>
          <a:endParaRPr lang="en-US"/>
        </a:p>
      </dgm:t>
    </dgm:pt>
    <dgm:pt modelId="{092B80D3-47AA-4774-B4EA-E9EC75F07352}" type="sibTrans" cxnId="{5E648380-5668-461D-8824-190522EE0B13}">
      <dgm:prSet/>
      <dgm:spPr/>
      <dgm:t>
        <a:bodyPr/>
        <a:lstStyle/>
        <a:p>
          <a:endParaRPr lang="en-US"/>
        </a:p>
      </dgm:t>
    </dgm:pt>
    <dgm:pt modelId="{9C9137FB-3123-415D-AEE3-C33B68B54412}">
      <dgm:prSet/>
      <dgm:spPr/>
      <dgm:t>
        <a:bodyPr/>
        <a:lstStyle/>
        <a:p>
          <a:r>
            <a:rPr lang="en-US" b="1"/>
            <a:t>4. Cost Management</a:t>
          </a:r>
          <a:r>
            <a:rPr lang="en-US"/>
            <a:t> </a:t>
          </a:r>
        </a:p>
      </dgm:t>
    </dgm:pt>
    <dgm:pt modelId="{6C36088A-3B7C-4050-8A9F-9A6F85EEA5BF}" type="parTrans" cxnId="{0AEC1B64-CD49-43A9-8DA4-839FAA9C7543}">
      <dgm:prSet/>
      <dgm:spPr/>
      <dgm:t>
        <a:bodyPr/>
        <a:lstStyle/>
        <a:p>
          <a:endParaRPr lang="en-US"/>
        </a:p>
      </dgm:t>
    </dgm:pt>
    <dgm:pt modelId="{AE77EBAD-EB18-4F89-9244-18FA7A14DB11}" type="sibTrans" cxnId="{0AEC1B64-CD49-43A9-8DA4-839FAA9C7543}">
      <dgm:prSet/>
      <dgm:spPr/>
      <dgm:t>
        <a:bodyPr/>
        <a:lstStyle/>
        <a:p>
          <a:endParaRPr lang="en-US"/>
        </a:p>
      </dgm:t>
    </dgm:pt>
    <dgm:pt modelId="{B3E5EE7C-9805-4BB0-869C-2D175FA88697}">
      <dgm:prSet/>
      <dgm:spPr/>
      <dgm:t>
        <a:bodyPr/>
        <a:lstStyle/>
        <a:p>
          <a:r>
            <a:rPr lang="en-US"/>
            <a:t>Problem: Concerned about AWS costs</a:t>
          </a:r>
        </a:p>
      </dgm:t>
    </dgm:pt>
    <dgm:pt modelId="{00A1B89C-9D6A-4CD5-9A7B-971021E6565F}" type="parTrans" cxnId="{1C9D4776-EEF5-4316-99E2-0898FF0B80E2}">
      <dgm:prSet/>
      <dgm:spPr/>
      <dgm:t>
        <a:bodyPr/>
        <a:lstStyle/>
        <a:p>
          <a:endParaRPr lang="en-US"/>
        </a:p>
      </dgm:t>
    </dgm:pt>
    <dgm:pt modelId="{79C87992-101E-4BD8-8C45-FAD431911CAB}" type="sibTrans" cxnId="{1C9D4776-EEF5-4316-99E2-0898FF0B80E2}">
      <dgm:prSet/>
      <dgm:spPr/>
      <dgm:t>
        <a:bodyPr/>
        <a:lstStyle/>
        <a:p>
          <a:endParaRPr lang="en-US"/>
        </a:p>
      </dgm:t>
    </dgm:pt>
    <dgm:pt modelId="{2BE31FCD-1914-4238-9E25-19EC8114B90B}">
      <dgm:prSet/>
      <dgm:spPr/>
      <dgm:t>
        <a:bodyPr/>
        <a:lstStyle/>
        <a:p>
          <a:r>
            <a:rPr lang="en-US"/>
            <a:t>Solution: Used serverless, optimized queries, monitored usage</a:t>
          </a:r>
        </a:p>
      </dgm:t>
    </dgm:pt>
    <dgm:pt modelId="{C5331AEA-C744-4FCA-BB2B-0D664B2D7F5A}" type="parTrans" cxnId="{56900DBD-23EE-4C4D-AAAF-35BCDDF169BB}">
      <dgm:prSet/>
      <dgm:spPr/>
      <dgm:t>
        <a:bodyPr/>
        <a:lstStyle/>
        <a:p>
          <a:endParaRPr lang="en-US"/>
        </a:p>
      </dgm:t>
    </dgm:pt>
    <dgm:pt modelId="{FDE3EC6D-EF93-42DE-A363-CA252E9D95EB}" type="sibTrans" cxnId="{56900DBD-23EE-4C4D-AAAF-35BCDDF169BB}">
      <dgm:prSet/>
      <dgm:spPr/>
      <dgm:t>
        <a:bodyPr/>
        <a:lstStyle/>
        <a:p>
          <a:endParaRPr lang="en-US"/>
        </a:p>
      </dgm:t>
    </dgm:pt>
    <dgm:pt modelId="{69E19001-DF21-1B4F-BE71-0315909C95D5}" type="pres">
      <dgm:prSet presAssocID="{BC5AE819-4C34-43E9-920A-9610E59402CB}" presName="Name0" presStyleCnt="0">
        <dgm:presLayoutVars>
          <dgm:dir/>
          <dgm:animLvl val="lvl"/>
          <dgm:resizeHandles val="exact"/>
        </dgm:presLayoutVars>
      </dgm:prSet>
      <dgm:spPr/>
    </dgm:pt>
    <dgm:pt modelId="{C55C89F1-B311-E041-8809-D1D77463EC0C}" type="pres">
      <dgm:prSet presAssocID="{68555B9B-E2EC-4A86-B71F-97CF66F881E3}" presName="linNode" presStyleCnt="0"/>
      <dgm:spPr/>
    </dgm:pt>
    <dgm:pt modelId="{2CCFB800-34DC-D54A-B64A-44A232E9F30A}" type="pres">
      <dgm:prSet presAssocID="{68555B9B-E2EC-4A86-B71F-97CF66F881E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B60A22C4-DC9A-3347-9B87-A76A278C5BA5}" type="pres">
      <dgm:prSet presAssocID="{7180A9EA-1EA8-4291-9A9C-529A99A71B04}" presName="sp" presStyleCnt="0"/>
      <dgm:spPr/>
    </dgm:pt>
    <dgm:pt modelId="{89780447-1DC4-A448-8529-42C5B323D4F8}" type="pres">
      <dgm:prSet presAssocID="{E5197718-D42E-41C8-AC6B-0CF67BA8E339}" presName="linNode" presStyleCnt="0"/>
      <dgm:spPr/>
    </dgm:pt>
    <dgm:pt modelId="{3DC60830-D23F-1E41-9916-B11F87D6CA85}" type="pres">
      <dgm:prSet presAssocID="{E5197718-D42E-41C8-AC6B-0CF67BA8E33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6116A54E-AC4C-0A4C-96EF-C4280C37862D}" type="pres">
      <dgm:prSet presAssocID="{E5197718-D42E-41C8-AC6B-0CF67BA8E339}" presName="descendantText" presStyleLbl="alignAccFollowNode1" presStyleIdx="0" presStyleCnt="4">
        <dgm:presLayoutVars>
          <dgm:bulletEnabled val="1"/>
        </dgm:presLayoutVars>
      </dgm:prSet>
      <dgm:spPr/>
    </dgm:pt>
    <dgm:pt modelId="{ECBD7D30-32B5-0242-AACD-9A622353596F}" type="pres">
      <dgm:prSet presAssocID="{D21391D0-92C8-4ABA-9DF3-A34A08973626}" presName="sp" presStyleCnt="0"/>
      <dgm:spPr/>
    </dgm:pt>
    <dgm:pt modelId="{96F49551-5575-4C41-A9CE-21262BFFBE89}" type="pres">
      <dgm:prSet presAssocID="{D79F93FB-835A-4D22-94FB-08E2F65A03F4}" presName="linNode" presStyleCnt="0"/>
      <dgm:spPr/>
    </dgm:pt>
    <dgm:pt modelId="{70A44B6F-8F60-8848-8776-C8318D38A9FF}" type="pres">
      <dgm:prSet presAssocID="{D79F93FB-835A-4D22-94FB-08E2F65A03F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077CE449-6DAE-4542-B1DD-3FB9C57DC4DA}" type="pres">
      <dgm:prSet presAssocID="{D79F93FB-835A-4D22-94FB-08E2F65A03F4}" presName="descendantText" presStyleLbl="alignAccFollowNode1" presStyleIdx="1" presStyleCnt="4">
        <dgm:presLayoutVars>
          <dgm:bulletEnabled val="1"/>
        </dgm:presLayoutVars>
      </dgm:prSet>
      <dgm:spPr/>
    </dgm:pt>
    <dgm:pt modelId="{E4EA6C9E-0FFF-1B41-8DFE-D9110FE5F9F1}" type="pres">
      <dgm:prSet presAssocID="{8D90C2E7-68E2-495F-8904-67B9F267BED2}" presName="sp" presStyleCnt="0"/>
      <dgm:spPr/>
    </dgm:pt>
    <dgm:pt modelId="{29DB0A11-1E53-F947-9CE7-14142F20DD0B}" type="pres">
      <dgm:prSet presAssocID="{417754D8-852C-4827-BAC2-393DFE251A76}" presName="linNode" presStyleCnt="0"/>
      <dgm:spPr/>
    </dgm:pt>
    <dgm:pt modelId="{14C18A85-0ED1-C54E-ADF3-5B3DBB9C4F1B}" type="pres">
      <dgm:prSet presAssocID="{417754D8-852C-4827-BAC2-393DFE251A7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F9201EAC-EB16-494A-ACD7-06690ACA05FD}" type="pres">
      <dgm:prSet presAssocID="{417754D8-852C-4827-BAC2-393DFE251A76}" presName="descendantText" presStyleLbl="alignAccFollowNode1" presStyleIdx="2" presStyleCnt="4">
        <dgm:presLayoutVars>
          <dgm:bulletEnabled val="1"/>
        </dgm:presLayoutVars>
      </dgm:prSet>
      <dgm:spPr/>
    </dgm:pt>
    <dgm:pt modelId="{7C45898F-188C-DE4B-B3F1-DA109DE60031}" type="pres">
      <dgm:prSet presAssocID="{777FAF3A-1139-4CE4-BCA5-BEFE829A8D20}" presName="sp" presStyleCnt="0"/>
      <dgm:spPr/>
    </dgm:pt>
    <dgm:pt modelId="{4A8F85DD-022E-644C-B803-DC0A84484E0E}" type="pres">
      <dgm:prSet presAssocID="{9C9137FB-3123-415D-AEE3-C33B68B54412}" presName="linNode" presStyleCnt="0"/>
      <dgm:spPr/>
    </dgm:pt>
    <dgm:pt modelId="{FA37AFC8-C2A3-2148-B21D-2050C3E7BDE2}" type="pres">
      <dgm:prSet presAssocID="{9C9137FB-3123-415D-AEE3-C33B68B54412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CA16AAC8-7EF6-4D41-8AFB-3E94AFA5F1C3}" type="pres">
      <dgm:prSet presAssocID="{9C9137FB-3123-415D-AEE3-C33B68B5441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5140008-4B47-4F75-B182-34E3364310FD}" srcId="{BC5AE819-4C34-43E9-920A-9610E59402CB}" destId="{D79F93FB-835A-4D22-94FB-08E2F65A03F4}" srcOrd="2" destOrd="0" parTransId="{CA5702DD-6353-4918-BA33-C2AB24B0EBAC}" sibTransId="{8D90C2E7-68E2-495F-8904-67B9F267BED2}"/>
    <dgm:cxn modelId="{CA7E5818-9980-424D-9F75-9528B7EFFF4A}" srcId="{E5197718-D42E-41C8-AC6B-0CF67BA8E339}" destId="{CF18B926-96EA-4642-88DA-B2398211655C}" srcOrd="0" destOrd="0" parTransId="{5790EB9B-ADA0-46A2-A66E-D2AA7DE248DA}" sibTransId="{A5ADA4B9-A36B-4847-9DB9-3ED2B8C63998}"/>
    <dgm:cxn modelId="{F7566E1E-F5FD-4657-8215-45C456ED4F3C}" srcId="{BC5AE819-4C34-43E9-920A-9610E59402CB}" destId="{E5197718-D42E-41C8-AC6B-0CF67BA8E339}" srcOrd="1" destOrd="0" parTransId="{41191F24-FFE6-4EF7-B137-1820880245A4}" sibTransId="{D21391D0-92C8-4ABA-9DF3-A34A08973626}"/>
    <dgm:cxn modelId="{E88EE722-56D2-D349-B309-493E9B27BE69}" type="presOf" srcId="{9C9137FB-3123-415D-AEE3-C33B68B54412}" destId="{FA37AFC8-C2A3-2148-B21D-2050C3E7BDE2}" srcOrd="0" destOrd="0" presId="urn:microsoft.com/office/officeart/2005/8/layout/vList5"/>
    <dgm:cxn modelId="{3FAD7629-322F-4842-921A-9CB03245A37C}" type="presOf" srcId="{D79F93FB-835A-4D22-94FB-08E2F65A03F4}" destId="{70A44B6F-8F60-8848-8776-C8318D38A9FF}" srcOrd="0" destOrd="0" presId="urn:microsoft.com/office/officeart/2005/8/layout/vList5"/>
    <dgm:cxn modelId="{7B4D0D2B-071F-FB4F-9D29-ABFCC3AAD424}" type="presOf" srcId="{68555B9B-E2EC-4A86-B71F-97CF66F881E3}" destId="{2CCFB800-34DC-D54A-B64A-44A232E9F30A}" srcOrd="0" destOrd="0" presId="urn:microsoft.com/office/officeart/2005/8/layout/vList5"/>
    <dgm:cxn modelId="{0AEC1B64-CD49-43A9-8DA4-839FAA9C7543}" srcId="{BC5AE819-4C34-43E9-920A-9610E59402CB}" destId="{9C9137FB-3123-415D-AEE3-C33B68B54412}" srcOrd="4" destOrd="0" parTransId="{6C36088A-3B7C-4050-8A9F-9A6F85EEA5BF}" sibTransId="{AE77EBAD-EB18-4F89-9244-18FA7A14DB11}"/>
    <dgm:cxn modelId="{3BE52564-6D11-4F84-96EB-3AF2CAF538BB}" srcId="{BC5AE819-4C34-43E9-920A-9610E59402CB}" destId="{68555B9B-E2EC-4A86-B71F-97CF66F881E3}" srcOrd="0" destOrd="0" parTransId="{DCB60797-87B0-4E2D-9BBF-DE78C7E3718E}" sibTransId="{7180A9EA-1EA8-4291-9A9C-529A99A71B04}"/>
    <dgm:cxn modelId="{D2B52E67-2D30-8842-A162-0BCD3D79427E}" type="presOf" srcId="{CF18B926-96EA-4642-88DA-B2398211655C}" destId="{6116A54E-AC4C-0A4C-96EF-C4280C37862D}" srcOrd="0" destOrd="0" presId="urn:microsoft.com/office/officeart/2005/8/layout/vList5"/>
    <dgm:cxn modelId="{1C9D4776-EEF5-4316-99E2-0898FF0B80E2}" srcId="{9C9137FB-3123-415D-AEE3-C33B68B54412}" destId="{B3E5EE7C-9805-4BB0-869C-2D175FA88697}" srcOrd="0" destOrd="0" parTransId="{00A1B89C-9D6A-4CD5-9A7B-971021E6565F}" sibTransId="{79C87992-101E-4BD8-8C45-FAD431911CAB}"/>
    <dgm:cxn modelId="{5E648380-5668-461D-8824-190522EE0B13}" srcId="{417754D8-852C-4827-BAC2-393DFE251A76}" destId="{992B2DCC-6CA3-4CD5-8B07-E20D7BC3F8A0}" srcOrd="1" destOrd="0" parTransId="{75EAE57A-C66E-431E-A632-E4D12DDB99B8}" sibTransId="{092B80D3-47AA-4774-B4EA-E9EC75F07352}"/>
    <dgm:cxn modelId="{8DA74E95-87AE-40B0-BBD8-5C02661D767E}" srcId="{417754D8-852C-4827-BAC2-393DFE251A76}" destId="{405088C6-610E-4988-8229-5F9CBCC010F4}" srcOrd="0" destOrd="0" parTransId="{048D5AA2-3CA0-46E4-8AB0-437B5B6A20BE}" sibTransId="{398E5190-3863-40A3-8920-E04246F8E919}"/>
    <dgm:cxn modelId="{2E6677A3-C8D5-6440-AF9F-C613DDD32CE1}" type="presOf" srcId="{B3E5EE7C-9805-4BB0-869C-2D175FA88697}" destId="{CA16AAC8-7EF6-4D41-8AFB-3E94AFA5F1C3}" srcOrd="0" destOrd="0" presId="urn:microsoft.com/office/officeart/2005/8/layout/vList5"/>
    <dgm:cxn modelId="{EBCFE3A4-D682-C54A-8E8B-BFD4808A7A07}" type="presOf" srcId="{B19E3B46-304F-4CCB-BE4A-E8710385B5D0}" destId="{077CE449-6DAE-4542-B1DD-3FB9C57DC4DA}" srcOrd="0" destOrd="1" presId="urn:microsoft.com/office/officeart/2005/8/layout/vList5"/>
    <dgm:cxn modelId="{FB98AAA6-566A-48A5-A7A9-D885896ADFB7}" srcId="{D79F93FB-835A-4D22-94FB-08E2F65A03F4}" destId="{B19E3B46-304F-4CCB-BE4A-E8710385B5D0}" srcOrd="1" destOrd="0" parTransId="{CDA96374-FECC-4E71-9330-C7740C169482}" sibTransId="{9C6715C7-D9B8-4D55-BC23-4C39A5902E46}"/>
    <dgm:cxn modelId="{01E75EB0-3BDE-4314-8EE4-E00D9C5AEAB3}" srcId="{BC5AE819-4C34-43E9-920A-9610E59402CB}" destId="{417754D8-852C-4827-BAC2-393DFE251A76}" srcOrd="3" destOrd="0" parTransId="{2C5B385E-8549-46C8-BF8F-AE2181C1E7FD}" sibTransId="{777FAF3A-1139-4CE4-BCA5-BEFE829A8D20}"/>
    <dgm:cxn modelId="{DDF952B3-B0E7-214E-826A-C3A25B678290}" type="presOf" srcId="{2BE31FCD-1914-4238-9E25-19EC8114B90B}" destId="{CA16AAC8-7EF6-4D41-8AFB-3E94AFA5F1C3}" srcOrd="0" destOrd="1" presId="urn:microsoft.com/office/officeart/2005/8/layout/vList5"/>
    <dgm:cxn modelId="{178F64B5-0C84-734C-87EC-DA54D5FD5B85}" type="presOf" srcId="{992B2DCC-6CA3-4CD5-8B07-E20D7BC3F8A0}" destId="{F9201EAC-EB16-494A-ACD7-06690ACA05FD}" srcOrd="0" destOrd="1" presId="urn:microsoft.com/office/officeart/2005/8/layout/vList5"/>
    <dgm:cxn modelId="{0A8DDCB5-09BD-134E-A52B-219710448AC5}" type="presOf" srcId="{73CAC900-6C3E-4A35-8275-102FA7704709}" destId="{077CE449-6DAE-4542-B1DD-3FB9C57DC4DA}" srcOrd="0" destOrd="0" presId="urn:microsoft.com/office/officeart/2005/8/layout/vList5"/>
    <dgm:cxn modelId="{FD2FB7B6-EACC-864C-9FE8-E9751EDFDFA8}" type="presOf" srcId="{E5197718-D42E-41C8-AC6B-0CF67BA8E339}" destId="{3DC60830-D23F-1E41-9916-B11F87D6CA85}" srcOrd="0" destOrd="0" presId="urn:microsoft.com/office/officeart/2005/8/layout/vList5"/>
    <dgm:cxn modelId="{56900DBD-23EE-4C4D-AAAF-35BCDDF169BB}" srcId="{9C9137FB-3123-415D-AEE3-C33B68B54412}" destId="{2BE31FCD-1914-4238-9E25-19EC8114B90B}" srcOrd="1" destOrd="0" parTransId="{C5331AEA-C744-4FCA-BB2B-0D664B2D7F5A}" sibTransId="{FDE3EC6D-EF93-42DE-A363-CA252E9D95EB}"/>
    <dgm:cxn modelId="{419DFCC2-B6D6-424A-9276-CF7FD4B475D6}" type="presOf" srcId="{405088C6-610E-4988-8229-5F9CBCC010F4}" destId="{F9201EAC-EB16-494A-ACD7-06690ACA05FD}" srcOrd="0" destOrd="0" presId="urn:microsoft.com/office/officeart/2005/8/layout/vList5"/>
    <dgm:cxn modelId="{FBC428CA-1E1E-CC45-A8A4-DB17A616F6B7}" type="presOf" srcId="{417754D8-852C-4827-BAC2-393DFE251A76}" destId="{14C18A85-0ED1-C54E-ADF3-5B3DBB9C4F1B}" srcOrd="0" destOrd="0" presId="urn:microsoft.com/office/officeart/2005/8/layout/vList5"/>
    <dgm:cxn modelId="{A9E749CA-C257-654B-874A-5CECD6AD32EE}" type="presOf" srcId="{4778D7C8-C0A8-4D77-9293-8935E0AC9B33}" destId="{6116A54E-AC4C-0A4C-96EF-C4280C37862D}" srcOrd="0" destOrd="1" presId="urn:microsoft.com/office/officeart/2005/8/layout/vList5"/>
    <dgm:cxn modelId="{BCEA7BCE-AAAE-AE4B-BDE6-7E21FBA34089}" type="presOf" srcId="{BC5AE819-4C34-43E9-920A-9610E59402CB}" destId="{69E19001-DF21-1B4F-BE71-0315909C95D5}" srcOrd="0" destOrd="0" presId="urn:microsoft.com/office/officeart/2005/8/layout/vList5"/>
    <dgm:cxn modelId="{E79DBCE0-4FCF-48CE-AE35-F5FE426B0497}" srcId="{D79F93FB-835A-4D22-94FB-08E2F65A03F4}" destId="{73CAC900-6C3E-4A35-8275-102FA7704709}" srcOrd="0" destOrd="0" parTransId="{CAD83A61-F0BB-4A75-AC29-DF67FE73364A}" sibTransId="{05E2E729-54B8-4B1B-A02E-0557A4752141}"/>
    <dgm:cxn modelId="{9FB2DFFF-B974-42B9-A6F0-EB1149922766}" srcId="{E5197718-D42E-41C8-AC6B-0CF67BA8E339}" destId="{4778D7C8-C0A8-4D77-9293-8935E0AC9B33}" srcOrd="1" destOrd="0" parTransId="{1C3B3F1D-A554-4EE0-903B-353663955AF3}" sibTransId="{C84357B7-F119-48B9-9465-3FB7B9718A03}"/>
    <dgm:cxn modelId="{B03B3471-8BC4-D54F-A32F-CAA93368D395}" type="presParOf" srcId="{69E19001-DF21-1B4F-BE71-0315909C95D5}" destId="{C55C89F1-B311-E041-8809-D1D77463EC0C}" srcOrd="0" destOrd="0" presId="urn:microsoft.com/office/officeart/2005/8/layout/vList5"/>
    <dgm:cxn modelId="{98CD98F4-D72E-9543-80A1-C0D94601E509}" type="presParOf" srcId="{C55C89F1-B311-E041-8809-D1D77463EC0C}" destId="{2CCFB800-34DC-D54A-B64A-44A232E9F30A}" srcOrd="0" destOrd="0" presId="urn:microsoft.com/office/officeart/2005/8/layout/vList5"/>
    <dgm:cxn modelId="{8A4EEB80-9BE3-3E43-9B0E-C20216C3442E}" type="presParOf" srcId="{69E19001-DF21-1B4F-BE71-0315909C95D5}" destId="{B60A22C4-DC9A-3347-9B87-A76A278C5BA5}" srcOrd="1" destOrd="0" presId="urn:microsoft.com/office/officeart/2005/8/layout/vList5"/>
    <dgm:cxn modelId="{CD08BC17-96D8-0049-981A-C8A7FA1E432E}" type="presParOf" srcId="{69E19001-DF21-1B4F-BE71-0315909C95D5}" destId="{89780447-1DC4-A448-8529-42C5B323D4F8}" srcOrd="2" destOrd="0" presId="urn:microsoft.com/office/officeart/2005/8/layout/vList5"/>
    <dgm:cxn modelId="{770B78DB-A55D-A944-A1F1-0E234ED9ADFA}" type="presParOf" srcId="{89780447-1DC4-A448-8529-42C5B323D4F8}" destId="{3DC60830-D23F-1E41-9916-B11F87D6CA85}" srcOrd="0" destOrd="0" presId="urn:microsoft.com/office/officeart/2005/8/layout/vList5"/>
    <dgm:cxn modelId="{7F43595D-A583-6F4C-A6DA-AFFBD6BC24CC}" type="presParOf" srcId="{89780447-1DC4-A448-8529-42C5B323D4F8}" destId="{6116A54E-AC4C-0A4C-96EF-C4280C37862D}" srcOrd="1" destOrd="0" presId="urn:microsoft.com/office/officeart/2005/8/layout/vList5"/>
    <dgm:cxn modelId="{AA0502DD-EC85-C04C-B4AE-F76FD532D8B6}" type="presParOf" srcId="{69E19001-DF21-1B4F-BE71-0315909C95D5}" destId="{ECBD7D30-32B5-0242-AACD-9A622353596F}" srcOrd="3" destOrd="0" presId="urn:microsoft.com/office/officeart/2005/8/layout/vList5"/>
    <dgm:cxn modelId="{11D7FC29-DB97-744B-B9C6-4DDDE337A6FB}" type="presParOf" srcId="{69E19001-DF21-1B4F-BE71-0315909C95D5}" destId="{96F49551-5575-4C41-A9CE-21262BFFBE89}" srcOrd="4" destOrd="0" presId="urn:microsoft.com/office/officeart/2005/8/layout/vList5"/>
    <dgm:cxn modelId="{DDF08C64-907E-024F-B3AC-2F54AA9AAFDB}" type="presParOf" srcId="{96F49551-5575-4C41-A9CE-21262BFFBE89}" destId="{70A44B6F-8F60-8848-8776-C8318D38A9FF}" srcOrd="0" destOrd="0" presId="urn:microsoft.com/office/officeart/2005/8/layout/vList5"/>
    <dgm:cxn modelId="{BBFE0CF5-162D-7242-8C78-A8434CB8F879}" type="presParOf" srcId="{96F49551-5575-4C41-A9CE-21262BFFBE89}" destId="{077CE449-6DAE-4542-B1DD-3FB9C57DC4DA}" srcOrd="1" destOrd="0" presId="urn:microsoft.com/office/officeart/2005/8/layout/vList5"/>
    <dgm:cxn modelId="{ACD9461E-0D60-E546-B404-F59F71116AA1}" type="presParOf" srcId="{69E19001-DF21-1B4F-BE71-0315909C95D5}" destId="{E4EA6C9E-0FFF-1B41-8DFE-D9110FE5F9F1}" srcOrd="5" destOrd="0" presId="urn:microsoft.com/office/officeart/2005/8/layout/vList5"/>
    <dgm:cxn modelId="{B2CDFC88-59E8-414A-9896-D8B9D7F8B875}" type="presParOf" srcId="{69E19001-DF21-1B4F-BE71-0315909C95D5}" destId="{29DB0A11-1E53-F947-9CE7-14142F20DD0B}" srcOrd="6" destOrd="0" presId="urn:microsoft.com/office/officeart/2005/8/layout/vList5"/>
    <dgm:cxn modelId="{17132CDF-EDB9-D747-B026-008EAD668132}" type="presParOf" srcId="{29DB0A11-1E53-F947-9CE7-14142F20DD0B}" destId="{14C18A85-0ED1-C54E-ADF3-5B3DBB9C4F1B}" srcOrd="0" destOrd="0" presId="urn:microsoft.com/office/officeart/2005/8/layout/vList5"/>
    <dgm:cxn modelId="{99F79CE2-61FF-AF42-8BBC-ED82D3F34544}" type="presParOf" srcId="{29DB0A11-1E53-F947-9CE7-14142F20DD0B}" destId="{F9201EAC-EB16-494A-ACD7-06690ACA05FD}" srcOrd="1" destOrd="0" presId="urn:microsoft.com/office/officeart/2005/8/layout/vList5"/>
    <dgm:cxn modelId="{51309DF4-4F5E-C143-A157-AE97FFF0753D}" type="presParOf" srcId="{69E19001-DF21-1B4F-BE71-0315909C95D5}" destId="{7C45898F-188C-DE4B-B3F1-DA109DE60031}" srcOrd="7" destOrd="0" presId="urn:microsoft.com/office/officeart/2005/8/layout/vList5"/>
    <dgm:cxn modelId="{68841E3F-5946-E149-A73B-94C8F9DFB342}" type="presParOf" srcId="{69E19001-DF21-1B4F-BE71-0315909C95D5}" destId="{4A8F85DD-022E-644C-B803-DC0A84484E0E}" srcOrd="8" destOrd="0" presId="urn:microsoft.com/office/officeart/2005/8/layout/vList5"/>
    <dgm:cxn modelId="{EAFADE68-7022-7D4A-9959-8D0CEC7493CA}" type="presParOf" srcId="{4A8F85DD-022E-644C-B803-DC0A84484E0E}" destId="{FA37AFC8-C2A3-2148-B21D-2050C3E7BDE2}" srcOrd="0" destOrd="0" presId="urn:microsoft.com/office/officeart/2005/8/layout/vList5"/>
    <dgm:cxn modelId="{5831F16C-FEFD-7047-AE56-E51E55032540}" type="presParOf" srcId="{4A8F85DD-022E-644C-B803-DC0A84484E0E}" destId="{CA16AAC8-7EF6-4D41-8AFB-3E94AFA5F1C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F061B-F016-8444-8E25-C7C8FF1452FB}">
      <dsp:nvSpPr>
        <dsp:cNvPr id="0" name=""/>
        <dsp:cNvSpPr/>
      </dsp:nvSpPr>
      <dsp:spPr>
        <a:xfrm>
          <a:off x="3722" y="473031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Business Problem &amp; Objectives</a:t>
          </a:r>
        </a:p>
      </dsp:txBody>
      <dsp:txXfrm>
        <a:off x="3722" y="473031"/>
        <a:ext cx="2015459" cy="1209275"/>
      </dsp:txXfrm>
    </dsp:sp>
    <dsp:sp modelId="{B3771B74-6D5C-9546-A1D6-7482FB2CB036}">
      <dsp:nvSpPr>
        <dsp:cNvPr id="0" name=""/>
        <dsp:cNvSpPr/>
      </dsp:nvSpPr>
      <dsp:spPr>
        <a:xfrm>
          <a:off x="2220728" y="473031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Dataset Overview</a:t>
          </a:r>
        </a:p>
      </dsp:txBody>
      <dsp:txXfrm>
        <a:off x="2220728" y="473031"/>
        <a:ext cx="2015459" cy="1209275"/>
      </dsp:txXfrm>
    </dsp:sp>
    <dsp:sp modelId="{63D56129-77DB-534C-A227-986F165E272C}">
      <dsp:nvSpPr>
        <dsp:cNvPr id="0" name=""/>
        <dsp:cNvSpPr/>
      </dsp:nvSpPr>
      <dsp:spPr>
        <a:xfrm>
          <a:off x="4437734" y="473031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Solution Architecture</a:t>
          </a:r>
        </a:p>
      </dsp:txBody>
      <dsp:txXfrm>
        <a:off x="4437734" y="473031"/>
        <a:ext cx="2015459" cy="1209275"/>
      </dsp:txXfrm>
    </dsp:sp>
    <dsp:sp modelId="{24C66A11-88E8-3840-A186-0B6487F5C1AE}">
      <dsp:nvSpPr>
        <dsp:cNvPr id="0" name=""/>
        <dsp:cNvSpPr/>
      </dsp:nvSpPr>
      <dsp:spPr>
        <a:xfrm>
          <a:off x="6654739" y="473031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Technologies Used</a:t>
          </a:r>
        </a:p>
      </dsp:txBody>
      <dsp:txXfrm>
        <a:off x="6654739" y="473031"/>
        <a:ext cx="2015459" cy="1209275"/>
      </dsp:txXfrm>
    </dsp:sp>
    <dsp:sp modelId="{C107DE51-2DA4-5B43-9D00-DEB1DAF8BD21}">
      <dsp:nvSpPr>
        <dsp:cNvPr id="0" name=""/>
        <dsp:cNvSpPr/>
      </dsp:nvSpPr>
      <dsp:spPr>
        <a:xfrm>
          <a:off x="8871745" y="473031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Implementation Process</a:t>
          </a:r>
        </a:p>
      </dsp:txBody>
      <dsp:txXfrm>
        <a:off x="8871745" y="473031"/>
        <a:ext cx="2015459" cy="1209275"/>
      </dsp:txXfrm>
    </dsp:sp>
    <dsp:sp modelId="{088A7D32-6B89-BF44-96EB-E49202790FD9}">
      <dsp:nvSpPr>
        <dsp:cNvPr id="0" name=""/>
        <dsp:cNvSpPr/>
      </dsp:nvSpPr>
      <dsp:spPr>
        <a:xfrm>
          <a:off x="3722" y="1883852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Findings &amp; Insights</a:t>
          </a:r>
        </a:p>
      </dsp:txBody>
      <dsp:txXfrm>
        <a:off x="3722" y="1883852"/>
        <a:ext cx="2015459" cy="1209275"/>
      </dsp:txXfrm>
    </dsp:sp>
    <dsp:sp modelId="{188CA535-91D5-B746-B8E0-9BAF3C5BDD9A}">
      <dsp:nvSpPr>
        <dsp:cNvPr id="0" name=""/>
        <dsp:cNvSpPr/>
      </dsp:nvSpPr>
      <dsp:spPr>
        <a:xfrm>
          <a:off x="2220728" y="1883852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Dashboards Demo</a:t>
          </a:r>
        </a:p>
      </dsp:txBody>
      <dsp:txXfrm>
        <a:off x="2220728" y="1883852"/>
        <a:ext cx="2015459" cy="1209275"/>
      </dsp:txXfrm>
    </dsp:sp>
    <dsp:sp modelId="{1CF70337-F71E-0149-961F-527CFB219D67}">
      <dsp:nvSpPr>
        <dsp:cNvPr id="0" name=""/>
        <dsp:cNvSpPr/>
      </dsp:nvSpPr>
      <dsp:spPr>
        <a:xfrm>
          <a:off x="4437734" y="1883852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Cost Analysis</a:t>
          </a:r>
        </a:p>
      </dsp:txBody>
      <dsp:txXfrm>
        <a:off x="4437734" y="1883852"/>
        <a:ext cx="2015459" cy="1209275"/>
      </dsp:txXfrm>
    </dsp:sp>
    <dsp:sp modelId="{F8B4F648-3D75-EF4F-9D43-1699A0D72DC7}">
      <dsp:nvSpPr>
        <dsp:cNvPr id="0" name=""/>
        <dsp:cNvSpPr/>
      </dsp:nvSpPr>
      <dsp:spPr>
        <a:xfrm>
          <a:off x="6654739" y="1883852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Challenges &amp; Solutions</a:t>
          </a:r>
        </a:p>
      </dsp:txBody>
      <dsp:txXfrm>
        <a:off x="6654739" y="1883852"/>
        <a:ext cx="2015459" cy="1209275"/>
      </dsp:txXfrm>
    </dsp:sp>
    <dsp:sp modelId="{A91C0B3B-CCD6-BC48-96B0-F10412332D5F}">
      <dsp:nvSpPr>
        <dsp:cNvPr id="0" name=""/>
        <dsp:cNvSpPr/>
      </dsp:nvSpPr>
      <dsp:spPr>
        <a:xfrm>
          <a:off x="8871745" y="1883852"/>
          <a:ext cx="2015459" cy="1209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Future Enhancements</a:t>
          </a:r>
        </a:p>
      </dsp:txBody>
      <dsp:txXfrm>
        <a:off x="8871745" y="1883852"/>
        <a:ext cx="2015459" cy="12092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6781F-7578-D947-B840-82289DEFE7E8}">
      <dsp:nvSpPr>
        <dsp:cNvPr id="0" name=""/>
        <dsp:cNvSpPr/>
      </dsp:nvSpPr>
      <dsp:spPr>
        <a:xfrm>
          <a:off x="0" y="0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51F6C3-6849-9B4D-89C6-910A39A0F17B}">
      <dsp:nvSpPr>
        <dsp:cNvPr id="0" name=""/>
        <dsp:cNvSpPr/>
      </dsp:nvSpPr>
      <dsp:spPr>
        <a:xfrm>
          <a:off x="0" y="0"/>
          <a:ext cx="2178185" cy="1783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Goals:</a:t>
          </a:r>
          <a:endParaRPr lang="en-US" sz="4000" kern="1200"/>
        </a:p>
      </dsp:txBody>
      <dsp:txXfrm>
        <a:off x="0" y="0"/>
        <a:ext cx="2178185" cy="1783079"/>
      </dsp:txXfrm>
    </dsp:sp>
    <dsp:sp modelId="{0DCDC41E-DA0A-A14B-AFAC-ADED276DEDA7}">
      <dsp:nvSpPr>
        <dsp:cNvPr id="0" name=""/>
        <dsp:cNvSpPr/>
      </dsp:nvSpPr>
      <dsp:spPr>
        <a:xfrm>
          <a:off x="2341549" y="16803"/>
          <a:ext cx="8549378" cy="33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Build scalable data pipeline to process healthcare data</a:t>
          </a:r>
        </a:p>
      </dsp:txBody>
      <dsp:txXfrm>
        <a:off x="2341549" y="16803"/>
        <a:ext cx="8549378" cy="336068"/>
      </dsp:txXfrm>
    </dsp:sp>
    <dsp:sp modelId="{B72C5F44-E9C4-0349-9FCB-B89FD54D488E}">
      <dsp:nvSpPr>
        <dsp:cNvPr id="0" name=""/>
        <dsp:cNvSpPr/>
      </dsp:nvSpPr>
      <dsp:spPr>
        <a:xfrm>
          <a:off x="2178185" y="352872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2B688-F58E-EE45-A5E9-5D71E9A4808B}">
      <dsp:nvSpPr>
        <dsp:cNvPr id="0" name=""/>
        <dsp:cNvSpPr/>
      </dsp:nvSpPr>
      <dsp:spPr>
        <a:xfrm>
          <a:off x="2341549" y="369675"/>
          <a:ext cx="8549378" cy="33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Answer 13 critical business questions</a:t>
          </a:r>
        </a:p>
      </dsp:txBody>
      <dsp:txXfrm>
        <a:off x="2341549" y="369675"/>
        <a:ext cx="8549378" cy="336068"/>
      </dsp:txXfrm>
    </dsp:sp>
    <dsp:sp modelId="{1DBE170B-84B3-8249-A34D-74460DC13E37}">
      <dsp:nvSpPr>
        <dsp:cNvPr id="0" name=""/>
        <dsp:cNvSpPr/>
      </dsp:nvSpPr>
      <dsp:spPr>
        <a:xfrm>
          <a:off x="2178185" y="705744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6B2CED-F4F8-D34A-BAEC-9A670F0C40E6}">
      <dsp:nvSpPr>
        <dsp:cNvPr id="0" name=""/>
        <dsp:cNvSpPr/>
      </dsp:nvSpPr>
      <dsp:spPr>
        <a:xfrm>
          <a:off x="2341549" y="722547"/>
          <a:ext cx="8549378" cy="33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Create interactive dashboards for stakeholders</a:t>
          </a:r>
        </a:p>
      </dsp:txBody>
      <dsp:txXfrm>
        <a:off x="2341549" y="722547"/>
        <a:ext cx="8549378" cy="336068"/>
      </dsp:txXfrm>
    </dsp:sp>
    <dsp:sp modelId="{4AE45C88-2959-A247-8C67-AD4FFD7E7189}">
      <dsp:nvSpPr>
        <dsp:cNvPr id="0" name=""/>
        <dsp:cNvSpPr/>
      </dsp:nvSpPr>
      <dsp:spPr>
        <a:xfrm>
          <a:off x="2178185" y="1058616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13A2D-8F1E-474E-AA9B-762EC37A3E4B}">
      <dsp:nvSpPr>
        <dsp:cNvPr id="0" name=""/>
        <dsp:cNvSpPr/>
      </dsp:nvSpPr>
      <dsp:spPr>
        <a:xfrm>
          <a:off x="2341549" y="1075420"/>
          <a:ext cx="8549378" cy="33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Implement cost-effective solution (vs traditional data warehouse)</a:t>
          </a:r>
        </a:p>
      </dsp:txBody>
      <dsp:txXfrm>
        <a:off x="2341549" y="1075420"/>
        <a:ext cx="8549378" cy="336068"/>
      </dsp:txXfrm>
    </dsp:sp>
    <dsp:sp modelId="{533A6CAD-B407-FE4E-8F5E-61B6C97D9CC9}">
      <dsp:nvSpPr>
        <dsp:cNvPr id="0" name=""/>
        <dsp:cNvSpPr/>
      </dsp:nvSpPr>
      <dsp:spPr>
        <a:xfrm>
          <a:off x="2178185" y="1411488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5AC7-9364-7246-B56C-051F0B42B724}">
      <dsp:nvSpPr>
        <dsp:cNvPr id="0" name=""/>
        <dsp:cNvSpPr/>
      </dsp:nvSpPr>
      <dsp:spPr>
        <a:xfrm>
          <a:off x="2341549" y="1428292"/>
          <a:ext cx="8549378" cy="33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Enable self-service analytics with SQL</a:t>
          </a:r>
        </a:p>
      </dsp:txBody>
      <dsp:txXfrm>
        <a:off x="2341549" y="1428292"/>
        <a:ext cx="8549378" cy="336068"/>
      </dsp:txXfrm>
    </dsp:sp>
    <dsp:sp modelId="{FE3C433E-1D1C-314A-934A-5F3520179934}">
      <dsp:nvSpPr>
        <dsp:cNvPr id="0" name=""/>
        <dsp:cNvSpPr/>
      </dsp:nvSpPr>
      <dsp:spPr>
        <a:xfrm>
          <a:off x="2178185" y="1764361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0A45D-79D3-B944-AC9F-44BBDD74E571}">
      <dsp:nvSpPr>
        <dsp:cNvPr id="0" name=""/>
        <dsp:cNvSpPr/>
      </dsp:nvSpPr>
      <dsp:spPr>
        <a:xfrm>
          <a:off x="0" y="1783079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7F703-38AD-3449-A237-6F70075C33CF}">
      <dsp:nvSpPr>
        <dsp:cNvPr id="0" name=""/>
        <dsp:cNvSpPr/>
      </dsp:nvSpPr>
      <dsp:spPr>
        <a:xfrm>
          <a:off x="0" y="1783079"/>
          <a:ext cx="2178185" cy="1783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Success Criteria:</a:t>
          </a:r>
          <a:endParaRPr lang="en-US" sz="4000" kern="1200"/>
        </a:p>
      </dsp:txBody>
      <dsp:txXfrm>
        <a:off x="0" y="1783079"/>
        <a:ext cx="2178185" cy="1783079"/>
      </dsp:txXfrm>
    </dsp:sp>
    <dsp:sp modelId="{C17A609F-0411-3C47-ACD6-A43E366DFD03}">
      <dsp:nvSpPr>
        <dsp:cNvPr id="0" name=""/>
        <dsp:cNvSpPr/>
      </dsp:nvSpPr>
      <dsp:spPr>
        <a:xfrm>
          <a:off x="2341549" y="1804040"/>
          <a:ext cx="8549378" cy="41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Process all data sources automatically</a:t>
          </a:r>
        </a:p>
      </dsp:txBody>
      <dsp:txXfrm>
        <a:off x="2341549" y="1804040"/>
        <a:ext cx="8549378" cy="419215"/>
      </dsp:txXfrm>
    </dsp:sp>
    <dsp:sp modelId="{330BD813-E808-2143-A921-625C29A9876D}">
      <dsp:nvSpPr>
        <dsp:cNvPr id="0" name=""/>
        <dsp:cNvSpPr/>
      </dsp:nvSpPr>
      <dsp:spPr>
        <a:xfrm>
          <a:off x="2178185" y="2223256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4F598-BB2A-C444-BA3A-040646BF40F6}">
      <dsp:nvSpPr>
        <dsp:cNvPr id="0" name=""/>
        <dsp:cNvSpPr/>
      </dsp:nvSpPr>
      <dsp:spPr>
        <a:xfrm>
          <a:off x="2341549" y="2244216"/>
          <a:ext cx="8549378" cy="41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Query performance &lt; 10 seconds</a:t>
          </a:r>
        </a:p>
      </dsp:txBody>
      <dsp:txXfrm>
        <a:off x="2341549" y="2244216"/>
        <a:ext cx="8549378" cy="419215"/>
      </dsp:txXfrm>
    </dsp:sp>
    <dsp:sp modelId="{9C3631F6-1675-CB41-BC68-AF1605F318A0}">
      <dsp:nvSpPr>
        <dsp:cNvPr id="0" name=""/>
        <dsp:cNvSpPr/>
      </dsp:nvSpPr>
      <dsp:spPr>
        <a:xfrm>
          <a:off x="2178185" y="2663432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2C3EF-6A3A-994A-83EC-7D6876AE92C8}">
      <dsp:nvSpPr>
        <dsp:cNvPr id="0" name=""/>
        <dsp:cNvSpPr/>
      </dsp:nvSpPr>
      <dsp:spPr>
        <a:xfrm>
          <a:off x="2341549" y="2684392"/>
          <a:ext cx="8549378" cy="41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Monthly cost &lt; $15</a:t>
          </a:r>
        </a:p>
      </dsp:txBody>
      <dsp:txXfrm>
        <a:off x="2341549" y="2684392"/>
        <a:ext cx="8549378" cy="419215"/>
      </dsp:txXfrm>
    </dsp:sp>
    <dsp:sp modelId="{999EA527-A9D6-454B-8206-01A70E9C77E8}">
      <dsp:nvSpPr>
        <dsp:cNvPr id="0" name=""/>
        <dsp:cNvSpPr/>
      </dsp:nvSpPr>
      <dsp:spPr>
        <a:xfrm>
          <a:off x="2178185" y="3103608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DF51-A2AC-584B-8577-77280D6B896C}">
      <dsp:nvSpPr>
        <dsp:cNvPr id="0" name=""/>
        <dsp:cNvSpPr/>
      </dsp:nvSpPr>
      <dsp:spPr>
        <a:xfrm>
          <a:off x="2341549" y="3124569"/>
          <a:ext cx="8549378" cy="41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Insights accessible to non-technical users</a:t>
          </a:r>
        </a:p>
      </dsp:txBody>
      <dsp:txXfrm>
        <a:off x="2341549" y="3124569"/>
        <a:ext cx="8549378" cy="419215"/>
      </dsp:txXfrm>
    </dsp:sp>
    <dsp:sp modelId="{67D136B0-AB2E-F049-A3FB-CD873CDE2DD0}">
      <dsp:nvSpPr>
        <dsp:cNvPr id="0" name=""/>
        <dsp:cNvSpPr/>
      </dsp:nvSpPr>
      <dsp:spPr>
        <a:xfrm>
          <a:off x="2178185" y="3543784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3C201-5FA0-E640-BA71-C8CEA7978FA4}">
      <dsp:nvSpPr>
        <dsp:cNvPr id="0" name=""/>
        <dsp:cNvSpPr/>
      </dsp:nvSpPr>
      <dsp:spPr>
        <a:xfrm>
          <a:off x="1506267" y="488980"/>
          <a:ext cx="3153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3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55287" y="532970"/>
        <a:ext cx="17296" cy="3459"/>
      </dsp:txXfrm>
    </dsp:sp>
    <dsp:sp modelId="{8E364C9B-716A-FE42-820D-3A86C8D30EC4}">
      <dsp:nvSpPr>
        <dsp:cNvPr id="0" name=""/>
        <dsp:cNvSpPr/>
      </dsp:nvSpPr>
      <dsp:spPr>
        <a:xfrm>
          <a:off x="3995" y="8347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AWS Services:</a:t>
          </a:r>
          <a:endParaRPr lang="en-US" sz="1300" kern="1200"/>
        </a:p>
      </dsp:txBody>
      <dsp:txXfrm>
        <a:off x="3995" y="83478"/>
        <a:ext cx="1504071" cy="902443"/>
      </dsp:txXfrm>
    </dsp:sp>
    <dsp:sp modelId="{03871CCF-D923-314D-84A5-1B7DF8123782}">
      <dsp:nvSpPr>
        <dsp:cNvPr id="0" name=""/>
        <dsp:cNvSpPr/>
      </dsp:nvSpPr>
      <dsp:spPr>
        <a:xfrm>
          <a:off x="3356275" y="488980"/>
          <a:ext cx="3153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3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5295" y="532970"/>
        <a:ext cx="17296" cy="3459"/>
      </dsp:txXfrm>
    </dsp:sp>
    <dsp:sp modelId="{0053C448-996D-164B-9FE1-B16B4281DE03}">
      <dsp:nvSpPr>
        <dsp:cNvPr id="0" name=""/>
        <dsp:cNvSpPr/>
      </dsp:nvSpPr>
      <dsp:spPr>
        <a:xfrm>
          <a:off x="1854004" y="8347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S3</a:t>
          </a:r>
          <a:r>
            <a:rPr lang="en-US" sz="1300" kern="1200"/>
            <a:t> - Scalable object storage for data lake</a:t>
          </a:r>
        </a:p>
      </dsp:txBody>
      <dsp:txXfrm>
        <a:off x="1854004" y="83478"/>
        <a:ext cx="1504071" cy="902443"/>
      </dsp:txXfrm>
    </dsp:sp>
    <dsp:sp modelId="{600A198A-DEA0-764F-9036-D5B1ABD50366}">
      <dsp:nvSpPr>
        <dsp:cNvPr id="0" name=""/>
        <dsp:cNvSpPr/>
      </dsp:nvSpPr>
      <dsp:spPr>
        <a:xfrm>
          <a:off x="756031" y="984121"/>
          <a:ext cx="3700016" cy="315336"/>
        </a:xfrm>
        <a:custGeom>
          <a:avLst/>
          <a:gdLst/>
          <a:ahLst/>
          <a:cxnLst/>
          <a:rect l="0" t="0" r="0" b="0"/>
          <a:pathLst>
            <a:path>
              <a:moveTo>
                <a:pt x="3700016" y="0"/>
              </a:moveTo>
              <a:lnTo>
                <a:pt x="3700016" y="174768"/>
              </a:lnTo>
              <a:lnTo>
                <a:pt x="0" y="174768"/>
              </a:lnTo>
              <a:lnTo>
                <a:pt x="0" y="31533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136" y="1140060"/>
        <a:ext cx="185807" cy="3459"/>
      </dsp:txXfrm>
    </dsp:sp>
    <dsp:sp modelId="{C5ED3BB3-61FC-0F47-A162-034F42A1B368}">
      <dsp:nvSpPr>
        <dsp:cNvPr id="0" name=""/>
        <dsp:cNvSpPr/>
      </dsp:nvSpPr>
      <dsp:spPr>
        <a:xfrm>
          <a:off x="3704012" y="8347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Glue</a:t>
          </a:r>
          <a:r>
            <a:rPr lang="en-US" sz="1300" kern="1200"/>
            <a:t> - Serverless ETL and data catalog</a:t>
          </a:r>
        </a:p>
      </dsp:txBody>
      <dsp:txXfrm>
        <a:off x="3704012" y="83478"/>
        <a:ext cx="1504071" cy="902443"/>
      </dsp:txXfrm>
    </dsp:sp>
    <dsp:sp modelId="{81CAC18B-1CAC-5441-8D95-AF7EF73E4052}">
      <dsp:nvSpPr>
        <dsp:cNvPr id="0" name=""/>
        <dsp:cNvSpPr/>
      </dsp:nvSpPr>
      <dsp:spPr>
        <a:xfrm>
          <a:off x="1506267" y="1737360"/>
          <a:ext cx="3153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3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55287" y="1781350"/>
        <a:ext cx="17296" cy="3459"/>
      </dsp:txXfrm>
    </dsp:sp>
    <dsp:sp modelId="{02379DBC-E0D6-A54E-A157-B7D7AE8066FD}">
      <dsp:nvSpPr>
        <dsp:cNvPr id="0" name=""/>
        <dsp:cNvSpPr/>
      </dsp:nvSpPr>
      <dsp:spPr>
        <a:xfrm>
          <a:off x="3995" y="133185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Athena</a:t>
          </a:r>
          <a:r>
            <a:rPr lang="en-US" sz="1300" kern="1200"/>
            <a:t> - Serverless SQL query engine</a:t>
          </a:r>
        </a:p>
      </dsp:txBody>
      <dsp:txXfrm>
        <a:off x="3995" y="1331858"/>
        <a:ext cx="1504071" cy="902443"/>
      </dsp:txXfrm>
    </dsp:sp>
    <dsp:sp modelId="{D2CEF2D6-3779-5549-85C7-AA30E72C7119}">
      <dsp:nvSpPr>
        <dsp:cNvPr id="0" name=""/>
        <dsp:cNvSpPr/>
      </dsp:nvSpPr>
      <dsp:spPr>
        <a:xfrm>
          <a:off x="3356275" y="1737360"/>
          <a:ext cx="3153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3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5295" y="1781350"/>
        <a:ext cx="17296" cy="3459"/>
      </dsp:txXfrm>
    </dsp:sp>
    <dsp:sp modelId="{CD6DD5AD-86E8-F949-AA19-C683EFDC81B8}">
      <dsp:nvSpPr>
        <dsp:cNvPr id="0" name=""/>
        <dsp:cNvSpPr/>
      </dsp:nvSpPr>
      <dsp:spPr>
        <a:xfrm>
          <a:off x="1854004" y="133185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QuickSight</a:t>
          </a:r>
          <a:r>
            <a:rPr lang="en-US" sz="1300" kern="1200"/>
            <a:t> - Business intelligence dashboards</a:t>
          </a:r>
        </a:p>
      </dsp:txBody>
      <dsp:txXfrm>
        <a:off x="1854004" y="1331858"/>
        <a:ext cx="1504071" cy="902443"/>
      </dsp:txXfrm>
    </dsp:sp>
    <dsp:sp modelId="{9F7899A5-BD63-6D43-8E0B-84775DBBB10C}">
      <dsp:nvSpPr>
        <dsp:cNvPr id="0" name=""/>
        <dsp:cNvSpPr/>
      </dsp:nvSpPr>
      <dsp:spPr>
        <a:xfrm>
          <a:off x="756031" y="2232501"/>
          <a:ext cx="3700016" cy="315336"/>
        </a:xfrm>
        <a:custGeom>
          <a:avLst/>
          <a:gdLst/>
          <a:ahLst/>
          <a:cxnLst/>
          <a:rect l="0" t="0" r="0" b="0"/>
          <a:pathLst>
            <a:path>
              <a:moveTo>
                <a:pt x="3700016" y="0"/>
              </a:moveTo>
              <a:lnTo>
                <a:pt x="3700016" y="174768"/>
              </a:lnTo>
              <a:lnTo>
                <a:pt x="0" y="174768"/>
              </a:lnTo>
              <a:lnTo>
                <a:pt x="0" y="31533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136" y="2388440"/>
        <a:ext cx="185807" cy="3459"/>
      </dsp:txXfrm>
    </dsp:sp>
    <dsp:sp modelId="{6CD22F48-9574-DC40-BFF4-A844130FA942}">
      <dsp:nvSpPr>
        <dsp:cNvPr id="0" name=""/>
        <dsp:cNvSpPr/>
      </dsp:nvSpPr>
      <dsp:spPr>
        <a:xfrm>
          <a:off x="3704012" y="133185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Data Processing:</a:t>
          </a:r>
          <a:endParaRPr lang="en-US" sz="1300" kern="1200"/>
        </a:p>
      </dsp:txBody>
      <dsp:txXfrm>
        <a:off x="3704012" y="1331858"/>
        <a:ext cx="1504071" cy="902443"/>
      </dsp:txXfrm>
    </dsp:sp>
    <dsp:sp modelId="{F8F53EE4-C3C4-B04B-A47F-2D5BF04960A3}">
      <dsp:nvSpPr>
        <dsp:cNvPr id="0" name=""/>
        <dsp:cNvSpPr/>
      </dsp:nvSpPr>
      <dsp:spPr>
        <a:xfrm>
          <a:off x="1506267" y="2985739"/>
          <a:ext cx="3153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3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55287" y="3029730"/>
        <a:ext cx="17296" cy="3459"/>
      </dsp:txXfrm>
    </dsp:sp>
    <dsp:sp modelId="{E6636D15-CBCA-244E-B6DF-696390E78F30}">
      <dsp:nvSpPr>
        <dsp:cNvPr id="0" name=""/>
        <dsp:cNvSpPr/>
      </dsp:nvSpPr>
      <dsp:spPr>
        <a:xfrm>
          <a:off x="3995" y="258023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Apache Spark</a:t>
          </a:r>
          <a:r>
            <a:rPr lang="en-US" sz="1300" kern="1200"/>
            <a:t> (via Glue) - Distributed data processing</a:t>
          </a:r>
        </a:p>
      </dsp:txBody>
      <dsp:txXfrm>
        <a:off x="3995" y="2580238"/>
        <a:ext cx="1504071" cy="902443"/>
      </dsp:txXfrm>
    </dsp:sp>
    <dsp:sp modelId="{74F6FA05-351D-2949-95EF-B70CA52813E5}">
      <dsp:nvSpPr>
        <dsp:cNvPr id="0" name=""/>
        <dsp:cNvSpPr/>
      </dsp:nvSpPr>
      <dsp:spPr>
        <a:xfrm>
          <a:off x="3356275" y="2985739"/>
          <a:ext cx="3153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3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5295" y="3029730"/>
        <a:ext cx="17296" cy="3459"/>
      </dsp:txXfrm>
    </dsp:sp>
    <dsp:sp modelId="{F7C72A39-1A38-7944-B03A-9505BB1BD4F2}">
      <dsp:nvSpPr>
        <dsp:cNvPr id="0" name=""/>
        <dsp:cNvSpPr/>
      </dsp:nvSpPr>
      <dsp:spPr>
        <a:xfrm>
          <a:off x="1854004" y="258023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Parquet</a:t>
          </a:r>
          <a:r>
            <a:rPr lang="en-US" sz="1300" kern="1200"/>
            <a:t> - Columnar storage format (75% compression)</a:t>
          </a:r>
        </a:p>
      </dsp:txBody>
      <dsp:txXfrm>
        <a:off x="1854004" y="2580238"/>
        <a:ext cx="1504071" cy="902443"/>
      </dsp:txXfrm>
    </dsp:sp>
    <dsp:sp modelId="{FA88E179-4307-6A47-A850-D34EB29F14B9}">
      <dsp:nvSpPr>
        <dsp:cNvPr id="0" name=""/>
        <dsp:cNvSpPr/>
      </dsp:nvSpPr>
      <dsp:spPr>
        <a:xfrm>
          <a:off x="3704012" y="2580238"/>
          <a:ext cx="1504071" cy="90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01" tIns="77362" rIns="73701" bIns="7736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Python 3</a:t>
          </a:r>
          <a:r>
            <a:rPr lang="en-US" sz="1300" kern="1200"/>
            <a:t> - ETL scripts</a:t>
          </a:r>
        </a:p>
      </dsp:txBody>
      <dsp:txXfrm>
        <a:off x="3704012" y="2580238"/>
        <a:ext cx="1504071" cy="9024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9EE0B-743C-6A48-96DE-FEA6535084B3}">
      <dsp:nvSpPr>
        <dsp:cNvPr id="0" name=""/>
        <dsp:cNvSpPr/>
      </dsp:nvSpPr>
      <dsp:spPr>
        <a:xfrm>
          <a:off x="0" y="15475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1. Data Upload to S3</a:t>
          </a:r>
          <a:r>
            <a:rPr lang="en-US" sz="1400" kern="1200"/>
            <a:t> (5 min) </a:t>
          </a:r>
        </a:p>
      </dsp:txBody>
      <dsp:txXfrm>
        <a:off x="16392" y="171143"/>
        <a:ext cx="4730602" cy="303006"/>
      </dsp:txXfrm>
    </dsp:sp>
    <dsp:sp modelId="{1939360D-2C07-0148-BA39-547261B2412C}">
      <dsp:nvSpPr>
        <dsp:cNvPr id="0" name=""/>
        <dsp:cNvSpPr/>
      </dsp:nvSpPr>
      <dsp:spPr>
        <a:xfrm>
          <a:off x="0" y="490541"/>
          <a:ext cx="4763386" cy="565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38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Created S3 bucket in us-east-2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Organized into raw/, cleaned/, analytics/ folders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Uploaded 8 data files </a:t>
          </a:r>
        </a:p>
      </dsp:txBody>
      <dsp:txXfrm>
        <a:off x="0" y="490541"/>
        <a:ext cx="4763386" cy="565110"/>
      </dsp:txXfrm>
    </dsp:sp>
    <dsp:sp modelId="{52992A27-E45D-294E-B1A2-9875D5009B10}">
      <dsp:nvSpPr>
        <dsp:cNvPr id="0" name=""/>
        <dsp:cNvSpPr/>
      </dsp:nvSpPr>
      <dsp:spPr>
        <a:xfrm>
          <a:off x="0" y="105565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2. IAM Configuration</a:t>
          </a:r>
          <a:r>
            <a:rPr lang="en-US" sz="1400" kern="1200"/>
            <a:t> (5 min) </a:t>
          </a:r>
        </a:p>
      </dsp:txBody>
      <dsp:txXfrm>
        <a:off x="16392" y="1072043"/>
        <a:ext cx="4730602" cy="303006"/>
      </dsp:txXfrm>
    </dsp:sp>
    <dsp:sp modelId="{AFF3C38E-9F9E-074D-80CD-60771D1E71D5}">
      <dsp:nvSpPr>
        <dsp:cNvPr id="0" name=""/>
        <dsp:cNvSpPr/>
      </dsp:nvSpPr>
      <dsp:spPr>
        <a:xfrm>
          <a:off x="0" y="1391441"/>
          <a:ext cx="4763386" cy="376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38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Used existing Glue role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Added S3 permissions for project bucket </a:t>
          </a:r>
        </a:p>
      </dsp:txBody>
      <dsp:txXfrm>
        <a:off x="0" y="1391441"/>
        <a:ext cx="4763386" cy="376740"/>
      </dsp:txXfrm>
    </dsp:sp>
    <dsp:sp modelId="{28BA75C1-0C70-A64F-9C7C-8CB90B8C7BE0}">
      <dsp:nvSpPr>
        <dsp:cNvPr id="0" name=""/>
        <dsp:cNvSpPr/>
      </dsp:nvSpPr>
      <dsp:spPr>
        <a:xfrm>
          <a:off x="0" y="176818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3. Glue Database Setup</a:t>
          </a:r>
          <a:r>
            <a:rPr lang="en-US" sz="1400" kern="1200"/>
            <a:t> (2 min) </a:t>
          </a:r>
        </a:p>
      </dsp:txBody>
      <dsp:txXfrm>
        <a:off x="16392" y="1784573"/>
        <a:ext cx="4730602" cy="303006"/>
      </dsp:txXfrm>
    </dsp:sp>
    <dsp:sp modelId="{F7F82EBB-9144-A94E-96F9-B3A1936EDEF5}">
      <dsp:nvSpPr>
        <dsp:cNvPr id="0" name=""/>
        <dsp:cNvSpPr/>
      </dsp:nvSpPr>
      <dsp:spPr>
        <a:xfrm>
          <a:off x="0" y="2103971"/>
          <a:ext cx="4763386" cy="231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38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Created healthcare_db database</a:t>
          </a:r>
        </a:p>
      </dsp:txBody>
      <dsp:txXfrm>
        <a:off x="0" y="2103971"/>
        <a:ext cx="4763386" cy="231840"/>
      </dsp:txXfrm>
    </dsp:sp>
    <dsp:sp modelId="{7E75650B-FF21-EF45-8928-0A1C13B553DC}">
      <dsp:nvSpPr>
        <dsp:cNvPr id="0" name=""/>
        <dsp:cNvSpPr/>
      </dsp:nvSpPr>
      <dsp:spPr>
        <a:xfrm>
          <a:off x="0" y="233581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4. Schema Discovery</a:t>
          </a:r>
          <a:r>
            <a:rPr lang="en-US" sz="1400" kern="1200"/>
            <a:t> (10 min) </a:t>
          </a:r>
        </a:p>
      </dsp:txBody>
      <dsp:txXfrm>
        <a:off x="16392" y="2352203"/>
        <a:ext cx="4730602" cy="303006"/>
      </dsp:txXfrm>
    </dsp:sp>
    <dsp:sp modelId="{53E1AB50-9488-3C4C-AD12-829200CC8F0D}">
      <dsp:nvSpPr>
        <dsp:cNvPr id="0" name=""/>
        <dsp:cNvSpPr/>
      </dsp:nvSpPr>
      <dsp:spPr>
        <a:xfrm>
          <a:off x="0" y="2671601"/>
          <a:ext cx="4763386" cy="231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38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Ran Glue crawler on raw data</a:t>
          </a:r>
        </a:p>
      </dsp:txBody>
      <dsp:txXfrm>
        <a:off x="0" y="2671601"/>
        <a:ext cx="4763386" cy="231840"/>
      </dsp:txXfrm>
    </dsp:sp>
    <dsp:sp modelId="{E7312FEB-7B47-DC44-8C49-872EBF3D1EE3}">
      <dsp:nvSpPr>
        <dsp:cNvPr id="0" name=""/>
        <dsp:cNvSpPr/>
      </dsp:nvSpPr>
      <dsp:spPr>
        <a:xfrm>
          <a:off x="0" y="290344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Auto-detected 8 tables with schemas</a:t>
          </a:r>
        </a:p>
      </dsp:txBody>
      <dsp:txXfrm>
        <a:off x="16392" y="2919833"/>
        <a:ext cx="4730602" cy="303006"/>
      </dsp:txXfrm>
    </dsp:sp>
    <dsp:sp modelId="{C2D740E3-A421-EA47-9BA6-9A5BF1FB7D5D}">
      <dsp:nvSpPr>
        <dsp:cNvPr id="0" name=""/>
        <dsp:cNvSpPr/>
      </dsp:nvSpPr>
      <dsp:spPr>
        <a:xfrm>
          <a:off x="0" y="327955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5. Data Transformation</a:t>
          </a:r>
          <a:r>
            <a:rPr lang="en-US" sz="1400" kern="1200"/>
            <a:t> (15 min) </a:t>
          </a:r>
        </a:p>
      </dsp:txBody>
      <dsp:txXfrm>
        <a:off x="16392" y="3295943"/>
        <a:ext cx="4730602" cy="303006"/>
      </dsp:txXfrm>
    </dsp:sp>
    <dsp:sp modelId="{9588035C-7E4F-D043-B3F5-33F89CE71309}">
      <dsp:nvSpPr>
        <dsp:cNvPr id="0" name=""/>
        <dsp:cNvSpPr/>
      </dsp:nvSpPr>
      <dsp:spPr>
        <a:xfrm>
          <a:off x="0" y="3615341"/>
          <a:ext cx="4763386" cy="565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38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Glue ETL job cleaned 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Handled column spaces, nulls, duplicates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Created Parquet files</a:t>
          </a:r>
        </a:p>
      </dsp:txBody>
      <dsp:txXfrm>
        <a:off x="0" y="3615341"/>
        <a:ext cx="4763386" cy="565110"/>
      </dsp:txXfrm>
    </dsp:sp>
    <dsp:sp modelId="{A8196312-BB4B-A44E-B928-865AC7D402D3}">
      <dsp:nvSpPr>
        <dsp:cNvPr id="0" name=""/>
        <dsp:cNvSpPr/>
      </dsp:nvSpPr>
      <dsp:spPr>
        <a:xfrm>
          <a:off x="0" y="418045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6. Analytics &amp; Dashboards</a:t>
          </a:r>
          <a:r>
            <a:rPr lang="en-US" sz="1400" kern="1200"/>
            <a:t> (30 min) </a:t>
          </a:r>
        </a:p>
      </dsp:txBody>
      <dsp:txXfrm>
        <a:off x="16392" y="4196843"/>
        <a:ext cx="4730602" cy="303006"/>
      </dsp:txXfrm>
    </dsp:sp>
    <dsp:sp modelId="{2A3D5BEC-FBCA-E84B-95E7-B995D39C6438}">
      <dsp:nvSpPr>
        <dsp:cNvPr id="0" name=""/>
        <dsp:cNvSpPr/>
      </dsp:nvSpPr>
      <dsp:spPr>
        <a:xfrm>
          <a:off x="0" y="4516241"/>
          <a:ext cx="4763386" cy="376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38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Ran 13 SQL queries in Athena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Built 2 QuickSight dashboards</a:t>
          </a:r>
        </a:p>
      </dsp:txBody>
      <dsp:txXfrm>
        <a:off x="0" y="4516241"/>
        <a:ext cx="4763386" cy="376740"/>
      </dsp:txXfrm>
    </dsp:sp>
    <dsp:sp modelId="{D9E2FC3F-539D-8C40-87FF-CF6B0296D95F}">
      <dsp:nvSpPr>
        <dsp:cNvPr id="0" name=""/>
        <dsp:cNvSpPr/>
      </dsp:nvSpPr>
      <dsp:spPr>
        <a:xfrm>
          <a:off x="0" y="4892981"/>
          <a:ext cx="4763386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Total Time:</a:t>
          </a:r>
          <a:r>
            <a:rPr lang="en-US" sz="1400" kern="1200"/>
            <a:t> ~90 minutes</a:t>
          </a:r>
        </a:p>
      </dsp:txBody>
      <dsp:txXfrm>
        <a:off x="16392" y="4909373"/>
        <a:ext cx="4730602" cy="3030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432CD-10B2-C94C-A9D6-EC2899FECF78}">
      <dsp:nvSpPr>
        <dsp:cNvPr id="0" name=""/>
        <dsp:cNvSpPr/>
      </dsp:nvSpPr>
      <dsp:spPr>
        <a:xfrm>
          <a:off x="0" y="1741"/>
          <a:ext cx="52120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DB311-26F7-D943-96F7-65450FA36365}">
      <dsp:nvSpPr>
        <dsp:cNvPr id="0" name=""/>
        <dsp:cNvSpPr/>
      </dsp:nvSpPr>
      <dsp:spPr>
        <a:xfrm>
          <a:off x="0" y="1741"/>
          <a:ext cx="5212080" cy="5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ETL Job Tasks: Data Quality Issues Fixed:</a:t>
          </a:r>
          <a:endParaRPr lang="en-US" sz="1600" kern="1200" dirty="0"/>
        </a:p>
      </dsp:txBody>
      <dsp:txXfrm>
        <a:off x="0" y="1741"/>
        <a:ext cx="5212080" cy="593779"/>
      </dsp:txXfrm>
    </dsp:sp>
    <dsp:sp modelId="{FAB49123-9C8A-4D4D-8697-EE3F435AA24D}">
      <dsp:nvSpPr>
        <dsp:cNvPr id="0" name=""/>
        <dsp:cNvSpPr/>
      </dsp:nvSpPr>
      <dsp:spPr>
        <a:xfrm>
          <a:off x="0" y="595520"/>
          <a:ext cx="52120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C9600-7A72-1542-A3AC-6CD349259646}">
      <dsp:nvSpPr>
        <dsp:cNvPr id="0" name=""/>
        <dsp:cNvSpPr/>
      </dsp:nvSpPr>
      <dsp:spPr>
        <a:xfrm>
          <a:off x="0" y="595520"/>
          <a:ext cx="5212080" cy="5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Column names with spaces ( Disease_ID → Disease_ID)</a:t>
          </a:r>
        </a:p>
      </dsp:txBody>
      <dsp:txXfrm>
        <a:off x="0" y="595520"/>
        <a:ext cx="5212080" cy="593779"/>
      </dsp:txXfrm>
    </dsp:sp>
    <dsp:sp modelId="{6D645046-008E-E44B-AF7D-7D92C69FB4D9}">
      <dsp:nvSpPr>
        <dsp:cNvPr id="0" name=""/>
        <dsp:cNvSpPr/>
      </dsp:nvSpPr>
      <dsp:spPr>
        <a:xfrm>
          <a:off x="0" y="1189300"/>
          <a:ext cx="52120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BA845-38B9-F54E-AA8C-2B761E60762A}">
      <dsp:nvSpPr>
        <dsp:cNvPr id="0" name=""/>
        <dsp:cNvSpPr/>
      </dsp:nvSpPr>
      <dsp:spPr>
        <a:xfrm>
          <a:off x="0" y="1189300"/>
          <a:ext cx="5212080" cy="5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NaN values replaced with NULL</a:t>
          </a:r>
        </a:p>
      </dsp:txBody>
      <dsp:txXfrm>
        <a:off x="0" y="1189300"/>
        <a:ext cx="5212080" cy="593779"/>
      </dsp:txXfrm>
    </dsp:sp>
    <dsp:sp modelId="{682783AD-57F7-6949-A566-A70763C72392}">
      <dsp:nvSpPr>
        <dsp:cNvPr id="0" name=""/>
        <dsp:cNvSpPr/>
      </dsp:nvSpPr>
      <dsp:spPr>
        <a:xfrm>
          <a:off x="0" y="1783080"/>
          <a:ext cx="52120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02B21-B6DD-BF44-9C65-EDE973163BAB}">
      <dsp:nvSpPr>
        <dsp:cNvPr id="0" name=""/>
        <dsp:cNvSpPr/>
      </dsp:nvSpPr>
      <dsp:spPr>
        <a:xfrm>
          <a:off x="0" y="1783080"/>
          <a:ext cx="5212080" cy="5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Data type conversions (strings → integers, dates)</a:t>
          </a:r>
        </a:p>
      </dsp:txBody>
      <dsp:txXfrm>
        <a:off x="0" y="1783080"/>
        <a:ext cx="5212080" cy="593779"/>
      </dsp:txXfrm>
    </dsp:sp>
    <dsp:sp modelId="{2000DDA1-2761-6E40-8C0C-2AB26DEBF111}">
      <dsp:nvSpPr>
        <dsp:cNvPr id="0" name=""/>
        <dsp:cNvSpPr/>
      </dsp:nvSpPr>
      <dsp:spPr>
        <a:xfrm>
          <a:off x="0" y="2376859"/>
          <a:ext cx="52120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9FAC3-0C42-B543-B54C-846D8FD8AA5D}">
      <dsp:nvSpPr>
        <dsp:cNvPr id="0" name=""/>
        <dsp:cNvSpPr/>
      </dsp:nvSpPr>
      <dsp:spPr>
        <a:xfrm>
          <a:off x="0" y="2376859"/>
          <a:ext cx="5212080" cy="5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Duplicate records removed</a:t>
          </a:r>
        </a:p>
      </dsp:txBody>
      <dsp:txXfrm>
        <a:off x="0" y="2376859"/>
        <a:ext cx="5212080" cy="593779"/>
      </dsp:txXfrm>
    </dsp:sp>
    <dsp:sp modelId="{CE998EAD-0166-FA43-BAC5-F4BD4F218B93}">
      <dsp:nvSpPr>
        <dsp:cNvPr id="0" name=""/>
        <dsp:cNvSpPr/>
      </dsp:nvSpPr>
      <dsp:spPr>
        <a:xfrm>
          <a:off x="0" y="2970639"/>
          <a:ext cx="52120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4CBF5-E672-DB4F-B801-EB821D524285}">
      <dsp:nvSpPr>
        <dsp:cNvPr id="0" name=""/>
        <dsp:cNvSpPr/>
      </dsp:nvSpPr>
      <dsp:spPr>
        <a:xfrm>
          <a:off x="0" y="2970639"/>
          <a:ext cx="5212080" cy="5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Missing values handled</a:t>
          </a:r>
        </a:p>
      </dsp:txBody>
      <dsp:txXfrm>
        <a:off x="0" y="2970639"/>
        <a:ext cx="5212080" cy="5937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52F2D-D72D-6C4C-9470-EEBE9E809463}">
      <dsp:nvSpPr>
        <dsp:cNvPr id="0" name=""/>
        <dsp:cNvSpPr/>
      </dsp:nvSpPr>
      <dsp:spPr>
        <a:xfrm>
          <a:off x="635481" y="1604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Disease with maximum claims </a:t>
          </a:r>
        </a:p>
      </dsp:txBody>
      <dsp:txXfrm>
        <a:off x="635481" y="1604"/>
        <a:ext cx="1781475" cy="1068885"/>
      </dsp:txXfrm>
    </dsp:sp>
    <dsp:sp modelId="{F4F69AA7-36BA-DC47-9B98-6A0C70CDFEC8}">
      <dsp:nvSpPr>
        <dsp:cNvPr id="0" name=""/>
        <dsp:cNvSpPr/>
      </dsp:nvSpPr>
      <dsp:spPr>
        <a:xfrm>
          <a:off x="2595103" y="1604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Subscribers under 30 with coverage</a:t>
          </a:r>
        </a:p>
      </dsp:txBody>
      <dsp:txXfrm>
        <a:off x="2595103" y="1604"/>
        <a:ext cx="1781475" cy="1068885"/>
      </dsp:txXfrm>
    </dsp:sp>
    <dsp:sp modelId="{D601DA9B-6B65-A24A-841C-6B2EAB6AF115}">
      <dsp:nvSpPr>
        <dsp:cNvPr id="0" name=""/>
        <dsp:cNvSpPr/>
      </dsp:nvSpPr>
      <dsp:spPr>
        <a:xfrm>
          <a:off x="4554726" y="1604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Group with most subgroups</a:t>
          </a:r>
        </a:p>
      </dsp:txBody>
      <dsp:txXfrm>
        <a:off x="4554726" y="1604"/>
        <a:ext cx="1781475" cy="1068885"/>
      </dsp:txXfrm>
    </dsp:sp>
    <dsp:sp modelId="{D84309A4-56BE-574B-BB09-6437C65AC747}">
      <dsp:nvSpPr>
        <dsp:cNvPr id="0" name=""/>
        <dsp:cNvSpPr/>
      </dsp:nvSpPr>
      <dsp:spPr>
        <a:xfrm>
          <a:off x="6514349" y="1604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Hospital serving most patients</a:t>
          </a:r>
        </a:p>
      </dsp:txBody>
      <dsp:txXfrm>
        <a:off x="6514349" y="1604"/>
        <a:ext cx="1781475" cy="1068885"/>
      </dsp:txXfrm>
    </dsp:sp>
    <dsp:sp modelId="{AEDCD469-EF27-9D4E-B75A-6A52157193FE}">
      <dsp:nvSpPr>
        <dsp:cNvPr id="0" name=""/>
        <dsp:cNvSpPr/>
      </dsp:nvSpPr>
      <dsp:spPr>
        <a:xfrm>
          <a:off x="8473971" y="1604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Most claimed subgroups</a:t>
          </a:r>
        </a:p>
      </dsp:txBody>
      <dsp:txXfrm>
        <a:off x="8473971" y="1604"/>
        <a:ext cx="1781475" cy="1068885"/>
      </dsp:txXfrm>
    </dsp:sp>
    <dsp:sp modelId="{F297A552-BC5F-7345-9C74-5EF5C33FAC24}">
      <dsp:nvSpPr>
        <dsp:cNvPr id="0" name=""/>
        <dsp:cNvSpPr/>
      </dsp:nvSpPr>
      <dsp:spPr>
        <a:xfrm>
          <a:off x="635481" y="1248637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Total rejected claims</a:t>
          </a:r>
        </a:p>
      </dsp:txBody>
      <dsp:txXfrm>
        <a:off x="635481" y="1248637"/>
        <a:ext cx="1781475" cy="1068885"/>
      </dsp:txXfrm>
    </dsp:sp>
    <dsp:sp modelId="{02A4D551-829F-3947-B720-88DFC79EC36F}">
      <dsp:nvSpPr>
        <dsp:cNvPr id="0" name=""/>
        <dsp:cNvSpPr/>
      </dsp:nvSpPr>
      <dsp:spPr>
        <a:xfrm>
          <a:off x="2595103" y="1248637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Top cities for claims</a:t>
          </a:r>
        </a:p>
      </dsp:txBody>
      <dsp:txXfrm>
        <a:off x="2595103" y="1248637"/>
        <a:ext cx="1781475" cy="1068885"/>
      </dsp:txXfrm>
    </dsp:sp>
    <dsp:sp modelId="{D9E7DA18-4299-814F-9659-D7CF78C46998}">
      <dsp:nvSpPr>
        <dsp:cNvPr id="0" name=""/>
        <dsp:cNvSpPr/>
      </dsp:nvSpPr>
      <dsp:spPr>
        <a:xfrm>
          <a:off x="4554726" y="1248637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Government vs Private</a:t>
          </a:r>
        </a:p>
      </dsp:txBody>
      <dsp:txXfrm>
        <a:off x="4554726" y="1248637"/>
        <a:ext cx="1781475" cy="1068885"/>
      </dsp:txXfrm>
    </dsp:sp>
    <dsp:sp modelId="{68C380BC-F4AF-2445-ADAB-54A96B3D9F8C}">
      <dsp:nvSpPr>
        <dsp:cNvPr id="0" name=""/>
        <dsp:cNvSpPr/>
      </dsp:nvSpPr>
      <dsp:spPr>
        <a:xfrm>
          <a:off x="6514349" y="1248637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Average monthly premium</a:t>
          </a:r>
        </a:p>
      </dsp:txBody>
      <dsp:txXfrm>
        <a:off x="6514349" y="1248637"/>
        <a:ext cx="1781475" cy="1068885"/>
      </dsp:txXfrm>
    </dsp:sp>
    <dsp:sp modelId="{2BD8CB4C-D742-4947-B62D-AD545F06E270}">
      <dsp:nvSpPr>
        <dsp:cNvPr id="0" name=""/>
        <dsp:cNvSpPr/>
      </dsp:nvSpPr>
      <dsp:spPr>
        <a:xfrm>
          <a:off x="8473971" y="1248637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Most profitable group</a:t>
          </a:r>
        </a:p>
      </dsp:txBody>
      <dsp:txXfrm>
        <a:off x="8473971" y="1248637"/>
        <a:ext cx="1781475" cy="1068885"/>
      </dsp:txXfrm>
    </dsp:sp>
    <dsp:sp modelId="{FF8E0D3F-1926-8747-BCDA-CE1DFB04272D}">
      <dsp:nvSpPr>
        <dsp:cNvPr id="0" name=""/>
        <dsp:cNvSpPr/>
      </dsp:nvSpPr>
      <dsp:spPr>
        <a:xfrm>
          <a:off x="2595103" y="2495670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Cancer patients under 18</a:t>
          </a:r>
        </a:p>
      </dsp:txBody>
      <dsp:txXfrm>
        <a:off x="2595103" y="2495670"/>
        <a:ext cx="1781475" cy="1068885"/>
      </dsp:txXfrm>
    </dsp:sp>
    <dsp:sp modelId="{9EA111F3-72E7-E84B-8926-935289638484}">
      <dsp:nvSpPr>
        <dsp:cNvPr id="0" name=""/>
        <dsp:cNvSpPr/>
      </dsp:nvSpPr>
      <dsp:spPr>
        <a:xfrm>
          <a:off x="4554726" y="2495670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High-value cashless claims</a:t>
          </a:r>
        </a:p>
      </dsp:txBody>
      <dsp:txXfrm>
        <a:off x="4554726" y="2495670"/>
        <a:ext cx="1781475" cy="1068885"/>
      </dsp:txXfrm>
    </dsp:sp>
    <dsp:sp modelId="{74A515AA-BB72-B843-9FBF-521B010AF9AB}">
      <dsp:nvSpPr>
        <dsp:cNvPr id="0" name=""/>
        <dsp:cNvSpPr/>
      </dsp:nvSpPr>
      <dsp:spPr>
        <a:xfrm>
          <a:off x="6514349" y="2495670"/>
          <a:ext cx="1781475" cy="1068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Female knee surgery patients 40+</a:t>
          </a:r>
        </a:p>
      </dsp:txBody>
      <dsp:txXfrm>
        <a:off x="6514349" y="2495670"/>
        <a:ext cx="1781475" cy="10688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ED3C9-DEC3-B449-AC74-8F816CFBF71B}">
      <dsp:nvSpPr>
        <dsp:cNvPr id="0" name=""/>
        <dsp:cNvSpPr/>
      </dsp:nvSpPr>
      <dsp:spPr>
        <a:xfrm>
          <a:off x="0" y="5939"/>
          <a:ext cx="5212080" cy="463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📊 </a:t>
          </a:r>
          <a:r>
            <a:rPr lang="en-US" sz="1800" b="1" kern="1200"/>
            <a:t>Total Claims:</a:t>
          </a:r>
          <a:r>
            <a:rPr lang="en-US" sz="1800" kern="1200"/>
            <a:t> 70</a:t>
          </a:r>
        </a:p>
      </dsp:txBody>
      <dsp:txXfrm>
        <a:off x="22617" y="28556"/>
        <a:ext cx="5166846" cy="418086"/>
      </dsp:txXfrm>
    </dsp:sp>
    <dsp:sp modelId="{11BC774D-F745-124A-9598-914703EBF4F8}">
      <dsp:nvSpPr>
        <dsp:cNvPr id="0" name=""/>
        <dsp:cNvSpPr/>
      </dsp:nvSpPr>
      <dsp:spPr>
        <a:xfrm>
          <a:off x="0" y="521099"/>
          <a:ext cx="5212080" cy="463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Approved: ~31% (22 claims)</a:t>
          </a:r>
        </a:p>
      </dsp:txBody>
      <dsp:txXfrm>
        <a:off x="22617" y="543716"/>
        <a:ext cx="5166846" cy="418086"/>
      </dsp:txXfrm>
    </dsp:sp>
    <dsp:sp modelId="{F542EF62-C50A-5541-A095-DE323FC96C18}">
      <dsp:nvSpPr>
        <dsp:cNvPr id="0" name=""/>
        <dsp:cNvSpPr/>
      </dsp:nvSpPr>
      <dsp:spPr>
        <a:xfrm>
          <a:off x="0" y="1036260"/>
          <a:ext cx="5212080" cy="463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Rejected: ~26% (18 claims)</a:t>
          </a:r>
        </a:p>
      </dsp:txBody>
      <dsp:txXfrm>
        <a:off x="22617" y="1058877"/>
        <a:ext cx="5166846" cy="418086"/>
      </dsp:txXfrm>
    </dsp:sp>
    <dsp:sp modelId="{BB93A24C-3198-A743-85C9-C5042F1D36AE}">
      <dsp:nvSpPr>
        <dsp:cNvPr id="0" name=""/>
        <dsp:cNvSpPr/>
      </dsp:nvSpPr>
      <dsp:spPr>
        <a:xfrm>
          <a:off x="0" y="1551420"/>
          <a:ext cx="5212080" cy="463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Pending: ~43% (30 claims)</a:t>
          </a:r>
        </a:p>
      </dsp:txBody>
      <dsp:txXfrm>
        <a:off x="22617" y="1574037"/>
        <a:ext cx="5166846" cy="418086"/>
      </dsp:txXfrm>
    </dsp:sp>
    <dsp:sp modelId="{ACD34151-EE19-2345-86E0-ACEF9FF31E74}">
      <dsp:nvSpPr>
        <dsp:cNvPr id="0" name=""/>
        <dsp:cNvSpPr/>
      </dsp:nvSpPr>
      <dsp:spPr>
        <a:xfrm>
          <a:off x="0" y="2066579"/>
          <a:ext cx="5212080" cy="463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💰 </a:t>
          </a:r>
          <a:r>
            <a:rPr lang="en-US" sz="1800" b="1" kern="1200"/>
            <a:t>Total Claim Amount:</a:t>
          </a:r>
          <a:r>
            <a:rPr lang="en-US" sz="1800" kern="1200"/>
            <a:t> ₹7.2 Million</a:t>
          </a:r>
        </a:p>
      </dsp:txBody>
      <dsp:txXfrm>
        <a:off x="22617" y="2089196"/>
        <a:ext cx="5166846" cy="418086"/>
      </dsp:txXfrm>
    </dsp:sp>
    <dsp:sp modelId="{4FA82117-7217-4D43-B6DE-FCF54B907277}">
      <dsp:nvSpPr>
        <dsp:cNvPr id="0" name=""/>
        <dsp:cNvSpPr/>
      </dsp:nvSpPr>
      <dsp:spPr>
        <a:xfrm>
          <a:off x="0" y="2581740"/>
          <a:ext cx="5212080" cy="463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Average claim: ₹102,857</a:t>
          </a:r>
        </a:p>
      </dsp:txBody>
      <dsp:txXfrm>
        <a:off x="22617" y="2604357"/>
        <a:ext cx="5166846" cy="418086"/>
      </dsp:txXfrm>
    </dsp:sp>
    <dsp:sp modelId="{9BB0F0F4-7BA0-F148-8B12-8FEE329F4526}">
      <dsp:nvSpPr>
        <dsp:cNvPr id="0" name=""/>
        <dsp:cNvSpPr/>
      </dsp:nvSpPr>
      <dsp:spPr>
        <a:xfrm>
          <a:off x="0" y="3096900"/>
          <a:ext cx="5212080" cy="463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Range: ₹13,667 - ₹193,801</a:t>
          </a:r>
        </a:p>
      </dsp:txBody>
      <dsp:txXfrm>
        <a:off x="22617" y="3119517"/>
        <a:ext cx="5166846" cy="4180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C3E31-5576-114B-BD4E-1E6EF2828A3B}">
      <dsp:nvSpPr>
        <dsp:cNvPr id="0" name=""/>
        <dsp:cNvSpPr/>
      </dsp:nvSpPr>
      <dsp:spPr>
        <a:xfrm>
          <a:off x="0" y="648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8BF19-965D-EF49-9267-637A9DBB3D4C}">
      <dsp:nvSpPr>
        <dsp:cNvPr id="0" name=""/>
        <dsp:cNvSpPr/>
      </dsp:nvSpPr>
      <dsp:spPr>
        <a:xfrm>
          <a:off x="0" y="648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Premium Insights:</a:t>
          </a:r>
          <a:endParaRPr lang="en-US" sz="1200" kern="1200"/>
        </a:p>
      </dsp:txBody>
      <dsp:txXfrm>
        <a:off x="0" y="648"/>
        <a:ext cx="6141734" cy="295188"/>
      </dsp:txXfrm>
    </dsp:sp>
    <dsp:sp modelId="{32B6B2C6-C421-5E46-A545-80D5AC1A572C}">
      <dsp:nvSpPr>
        <dsp:cNvPr id="0" name=""/>
        <dsp:cNvSpPr/>
      </dsp:nvSpPr>
      <dsp:spPr>
        <a:xfrm>
          <a:off x="0" y="295837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96DC6-C4D0-F344-98CC-56E94479359D}">
      <dsp:nvSpPr>
        <dsp:cNvPr id="0" name=""/>
        <dsp:cNvSpPr/>
      </dsp:nvSpPr>
      <dsp:spPr>
        <a:xfrm>
          <a:off x="0" y="295837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💼 </a:t>
          </a:r>
          <a:r>
            <a:rPr lang="en-US" sz="1200" b="1" kern="1200"/>
            <a:t>Government vs Private:</a:t>
          </a:r>
          <a:endParaRPr lang="en-US" sz="1200" kern="1200"/>
        </a:p>
      </dsp:txBody>
      <dsp:txXfrm>
        <a:off x="0" y="295837"/>
        <a:ext cx="6141734" cy="295188"/>
      </dsp:txXfrm>
    </dsp:sp>
    <dsp:sp modelId="{D238BC2B-1A3E-9444-9241-175B53A8B618}">
      <dsp:nvSpPr>
        <dsp:cNvPr id="0" name=""/>
        <dsp:cNvSpPr/>
      </dsp:nvSpPr>
      <dsp:spPr>
        <a:xfrm>
          <a:off x="0" y="591025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46ACB-73F8-1347-8EF9-601B3E85BFF4}">
      <dsp:nvSpPr>
        <dsp:cNvPr id="0" name=""/>
        <dsp:cNvSpPr/>
      </dsp:nvSpPr>
      <dsp:spPr>
        <a:xfrm>
          <a:off x="0" y="591025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Private: ₹3.5M (87.5%)</a:t>
          </a:r>
        </a:p>
      </dsp:txBody>
      <dsp:txXfrm>
        <a:off x="0" y="591025"/>
        <a:ext cx="6141734" cy="295188"/>
      </dsp:txXfrm>
    </dsp:sp>
    <dsp:sp modelId="{D90E37AE-7511-2743-A536-4C41AFC1462A}">
      <dsp:nvSpPr>
        <dsp:cNvPr id="0" name=""/>
        <dsp:cNvSpPr/>
      </dsp:nvSpPr>
      <dsp:spPr>
        <a:xfrm>
          <a:off x="0" y="886213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F801B-672C-3B4F-A019-E09C32D2AD53}">
      <dsp:nvSpPr>
        <dsp:cNvPr id="0" name=""/>
        <dsp:cNvSpPr/>
      </dsp:nvSpPr>
      <dsp:spPr>
        <a:xfrm>
          <a:off x="0" y="886213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Government: ₹0.5M (12.5%)</a:t>
          </a:r>
        </a:p>
      </dsp:txBody>
      <dsp:txXfrm>
        <a:off x="0" y="886213"/>
        <a:ext cx="6141734" cy="295188"/>
      </dsp:txXfrm>
    </dsp:sp>
    <dsp:sp modelId="{AF2440FF-BEA8-9241-AA0B-403B5E86EDA0}">
      <dsp:nvSpPr>
        <dsp:cNvPr id="0" name=""/>
        <dsp:cNvSpPr/>
      </dsp:nvSpPr>
      <dsp:spPr>
        <a:xfrm>
          <a:off x="0" y="1181401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C283C-0DB0-2D49-B957-F4D04924F8C8}">
      <dsp:nvSpPr>
        <dsp:cNvPr id="0" name=""/>
        <dsp:cNvSpPr/>
      </dsp:nvSpPr>
      <dsp:spPr>
        <a:xfrm>
          <a:off x="0" y="1181401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Private dominates 7:1</a:t>
          </a:r>
          <a:endParaRPr lang="en-US" sz="1200" kern="1200"/>
        </a:p>
      </dsp:txBody>
      <dsp:txXfrm>
        <a:off x="0" y="1181401"/>
        <a:ext cx="6141734" cy="295188"/>
      </dsp:txXfrm>
    </dsp:sp>
    <dsp:sp modelId="{D315A767-A213-9E4E-AF35-05D45B483875}">
      <dsp:nvSpPr>
        <dsp:cNvPr id="0" name=""/>
        <dsp:cNvSpPr/>
      </dsp:nvSpPr>
      <dsp:spPr>
        <a:xfrm>
          <a:off x="0" y="1476590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4EEC6-21D4-3E41-AA17-EB86AA692DAE}">
      <dsp:nvSpPr>
        <dsp:cNvPr id="0" name=""/>
        <dsp:cNvSpPr/>
      </dsp:nvSpPr>
      <dsp:spPr>
        <a:xfrm>
          <a:off x="0" y="1476590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🏆 </a:t>
          </a:r>
          <a:r>
            <a:rPr lang="en-US" sz="1200" b="1" kern="1200"/>
            <a:t>Top Insurance Companies:</a:t>
          </a:r>
          <a:endParaRPr lang="en-US" sz="1200" kern="1200"/>
        </a:p>
      </dsp:txBody>
      <dsp:txXfrm>
        <a:off x="0" y="1476590"/>
        <a:ext cx="6141734" cy="295188"/>
      </dsp:txXfrm>
    </dsp:sp>
    <dsp:sp modelId="{4EE91522-1B5F-684F-A11F-561C49630F9B}">
      <dsp:nvSpPr>
        <dsp:cNvPr id="0" name=""/>
        <dsp:cNvSpPr/>
      </dsp:nvSpPr>
      <dsp:spPr>
        <a:xfrm>
          <a:off x="0" y="1771778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4688B-2E31-7E46-973D-F5627DA04E22}">
      <dsp:nvSpPr>
        <dsp:cNvPr id="0" name=""/>
        <dsp:cNvSpPr/>
      </dsp:nvSpPr>
      <dsp:spPr>
        <a:xfrm>
          <a:off x="0" y="1771778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Cholamandalam MS - ₹99,000</a:t>
          </a:r>
        </a:p>
      </dsp:txBody>
      <dsp:txXfrm>
        <a:off x="0" y="1771778"/>
        <a:ext cx="6141734" cy="295188"/>
      </dsp:txXfrm>
    </dsp:sp>
    <dsp:sp modelId="{8C459574-0CDF-8640-B060-491C42C7822D}">
      <dsp:nvSpPr>
        <dsp:cNvPr id="0" name=""/>
        <dsp:cNvSpPr/>
      </dsp:nvSpPr>
      <dsp:spPr>
        <a:xfrm>
          <a:off x="0" y="2066966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F996A-DBF1-EB4F-8B59-847F8290869A}">
      <dsp:nvSpPr>
        <dsp:cNvPr id="0" name=""/>
        <dsp:cNvSpPr/>
      </dsp:nvSpPr>
      <dsp:spPr>
        <a:xfrm>
          <a:off x="0" y="2066966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IndiaFirst Life - ₹99,000</a:t>
          </a:r>
        </a:p>
      </dsp:txBody>
      <dsp:txXfrm>
        <a:off x="0" y="2066966"/>
        <a:ext cx="6141734" cy="295188"/>
      </dsp:txXfrm>
    </dsp:sp>
    <dsp:sp modelId="{4DE96A34-91B9-B84D-B0E6-A99741A51F14}">
      <dsp:nvSpPr>
        <dsp:cNvPr id="0" name=""/>
        <dsp:cNvSpPr/>
      </dsp:nvSpPr>
      <dsp:spPr>
        <a:xfrm>
          <a:off x="0" y="2362154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DF384-AE45-924F-B4C6-8E722DA24C38}">
      <dsp:nvSpPr>
        <dsp:cNvPr id="0" name=""/>
        <dsp:cNvSpPr/>
      </dsp:nvSpPr>
      <dsp:spPr>
        <a:xfrm>
          <a:off x="0" y="2362154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Raheja QBE - ₹99,000</a:t>
          </a:r>
        </a:p>
      </dsp:txBody>
      <dsp:txXfrm>
        <a:off x="0" y="2362154"/>
        <a:ext cx="6141734" cy="295188"/>
      </dsp:txXfrm>
    </dsp:sp>
    <dsp:sp modelId="{64D2F1CF-569A-7E41-9C0F-25C8F739BFD7}">
      <dsp:nvSpPr>
        <dsp:cNvPr id="0" name=""/>
        <dsp:cNvSpPr/>
      </dsp:nvSpPr>
      <dsp:spPr>
        <a:xfrm>
          <a:off x="0" y="2657343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84501-96DD-8D4D-B5AB-CFD7D26C4B55}">
      <dsp:nvSpPr>
        <dsp:cNvPr id="0" name=""/>
        <dsp:cNvSpPr/>
      </dsp:nvSpPr>
      <dsp:spPr>
        <a:xfrm>
          <a:off x="0" y="2657343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IDBI Federal - ₹97,000</a:t>
          </a:r>
        </a:p>
      </dsp:txBody>
      <dsp:txXfrm>
        <a:off x="0" y="2657343"/>
        <a:ext cx="6141734" cy="295188"/>
      </dsp:txXfrm>
    </dsp:sp>
    <dsp:sp modelId="{E11C2B00-03B7-7141-B110-A7614F43F13A}">
      <dsp:nvSpPr>
        <dsp:cNvPr id="0" name=""/>
        <dsp:cNvSpPr/>
      </dsp:nvSpPr>
      <dsp:spPr>
        <a:xfrm>
          <a:off x="0" y="2952531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9D3A0-2F7E-F54C-80E6-E45033754104}">
      <dsp:nvSpPr>
        <dsp:cNvPr id="0" name=""/>
        <dsp:cNvSpPr/>
      </dsp:nvSpPr>
      <dsp:spPr>
        <a:xfrm>
          <a:off x="0" y="2952531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Star Health - ₹95,000</a:t>
          </a:r>
        </a:p>
      </dsp:txBody>
      <dsp:txXfrm>
        <a:off x="0" y="2952531"/>
        <a:ext cx="6141734" cy="295188"/>
      </dsp:txXfrm>
    </dsp:sp>
    <dsp:sp modelId="{76FA71F1-1A85-674C-9EBB-C5228C706197}">
      <dsp:nvSpPr>
        <dsp:cNvPr id="0" name=""/>
        <dsp:cNvSpPr/>
      </dsp:nvSpPr>
      <dsp:spPr>
        <a:xfrm>
          <a:off x="0" y="3247719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0C777-4D4C-394A-B55B-7CF5563A95E6}">
      <dsp:nvSpPr>
        <dsp:cNvPr id="0" name=""/>
        <dsp:cNvSpPr/>
      </dsp:nvSpPr>
      <dsp:spPr>
        <a:xfrm>
          <a:off x="0" y="3247719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📈 </a:t>
          </a:r>
          <a:r>
            <a:rPr lang="en-US" sz="1200" b="1" kern="1200"/>
            <a:t>Average Monthly Premium:</a:t>
          </a:r>
          <a:r>
            <a:rPr lang="en-US" sz="1200" kern="1200"/>
            <a:t> ₹1,850</a:t>
          </a:r>
        </a:p>
      </dsp:txBody>
      <dsp:txXfrm>
        <a:off x="0" y="3247719"/>
        <a:ext cx="6141734" cy="295188"/>
      </dsp:txXfrm>
    </dsp:sp>
    <dsp:sp modelId="{A2B41D5B-82F0-B149-BE93-ECC94F0F5562}">
      <dsp:nvSpPr>
        <dsp:cNvPr id="0" name=""/>
        <dsp:cNvSpPr/>
      </dsp:nvSpPr>
      <dsp:spPr>
        <a:xfrm>
          <a:off x="0" y="3542907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D4962-5573-E74B-A5C7-9073FAFCB0B7}">
      <dsp:nvSpPr>
        <dsp:cNvPr id="0" name=""/>
        <dsp:cNvSpPr/>
      </dsp:nvSpPr>
      <dsp:spPr>
        <a:xfrm>
          <a:off x="0" y="3542907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Range: ₹1,000 - ₹3,200</a:t>
          </a:r>
        </a:p>
      </dsp:txBody>
      <dsp:txXfrm>
        <a:off x="0" y="3542907"/>
        <a:ext cx="6141734" cy="295188"/>
      </dsp:txXfrm>
    </dsp:sp>
    <dsp:sp modelId="{F4D72B32-36EB-CD4D-824B-4DAE57C80774}">
      <dsp:nvSpPr>
        <dsp:cNvPr id="0" name=""/>
        <dsp:cNvSpPr/>
      </dsp:nvSpPr>
      <dsp:spPr>
        <a:xfrm>
          <a:off x="0" y="3838095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06201-DE37-F34E-9148-8B8EF6B90367}">
      <dsp:nvSpPr>
        <dsp:cNvPr id="0" name=""/>
        <dsp:cNvSpPr/>
      </dsp:nvSpPr>
      <dsp:spPr>
        <a:xfrm>
          <a:off x="0" y="3838095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Highest: Cancer coverage (₹3,200)</a:t>
          </a:r>
        </a:p>
      </dsp:txBody>
      <dsp:txXfrm>
        <a:off x="0" y="3838095"/>
        <a:ext cx="6141734" cy="295188"/>
      </dsp:txXfrm>
    </dsp:sp>
    <dsp:sp modelId="{82920E5A-9A80-F749-8521-786630F7A16B}">
      <dsp:nvSpPr>
        <dsp:cNvPr id="0" name=""/>
        <dsp:cNvSpPr/>
      </dsp:nvSpPr>
      <dsp:spPr>
        <a:xfrm>
          <a:off x="0" y="4133284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35259-06E5-2B4B-8AC7-683DD6900D3A}">
      <dsp:nvSpPr>
        <dsp:cNvPr id="0" name=""/>
        <dsp:cNvSpPr/>
      </dsp:nvSpPr>
      <dsp:spPr>
        <a:xfrm>
          <a:off x="0" y="4133284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Lowest: Viral/Accident (₹1,000)</a:t>
          </a:r>
        </a:p>
      </dsp:txBody>
      <dsp:txXfrm>
        <a:off x="0" y="4133284"/>
        <a:ext cx="6141734" cy="295188"/>
      </dsp:txXfrm>
    </dsp:sp>
    <dsp:sp modelId="{52DE6B43-D1A7-7841-97C4-B52EB89CD894}">
      <dsp:nvSpPr>
        <dsp:cNvPr id="0" name=""/>
        <dsp:cNvSpPr/>
      </dsp:nvSpPr>
      <dsp:spPr>
        <a:xfrm>
          <a:off x="0" y="4428472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704D1-3E2F-7143-8382-F8AFF983CA20}">
      <dsp:nvSpPr>
        <dsp:cNvPr id="0" name=""/>
        <dsp:cNvSpPr/>
      </dsp:nvSpPr>
      <dsp:spPr>
        <a:xfrm>
          <a:off x="0" y="4428472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🌍 </a:t>
          </a:r>
          <a:r>
            <a:rPr lang="en-US" sz="1200" b="1" kern="1200"/>
            <a:t>Top Cities by Premium:</a:t>
          </a:r>
          <a:endParaRPr lang="en-US" sz="1200" kern="1200"/>
        </a:p>
      </dsp:txBody>
      <dsp:txXfrm>
        <a:off x="0" y="4428472"/>
        <a:ext cx="6141734" cy="295188"/>
      </dsp:txXfrm>
    </dsp:sp>
    <dsp:sp modelId="{0EF51F83-84E2-BE4A-B4CD-E2FCABE151FD}">
      <dsp:nvSpPr>
        <dsp:cNvPr id="0" name=""/>
        <dsp:cNvSpPr/>
      </dsp:nvSpPr>
      <dsp:spPr>
        <a:xfrm>
          <a:off x="0" y="4723660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84C96-1B27-5246-A3D3-1FBEB1415644}">
      <dsp:nvSpPr>
        <dsp:cNvPr id="0" name=""/>
        <dsp:cNvSpPr/>
      </dsp:nvSpPr>
      <dsp:spPr>
        <a:xfrm>
          <a:off x="0" y="4723660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Mumbai, Delhi, Pune lead</a:t>
          </a:r>
        </a:p>
      </dsp:txBody>
      <dsp:txXfrm>
        <a:off x="0" y="4723660"/>
        <a:ext cx="6141734" cy="295188"/>
      </dsp:txXfrm>
    </dsp:sp>
    <dsp:sp modelId="{BCA97607-3239-4945-9A57-5CFEE27715F6}">
      <dsp:nvSpPr>
        <dsp:cNvPr id="0" name=""/>
        <dsp:cNvSpPr/>
      </dsp:nvSpPr>
      <dsp:spPr>
        <a:xfrm>
          <a:off x="0" y="5018848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D66EA-8FA6-8344-BA91-9CE4728CA03D}">
      <dsp:nvSpPr>
        <dsp:cNvPr id="0" name=""/>
        <dsp:cNvSpPr/>
      </dsp:nvSpPr>
      <dsp:spPr>
        <a:xfrm>
          <a:off x="0" y="5018848"/>
          <a:ext cx="6141734" cy="295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25+ cities covered</a:t>
          </a:r>
        </a:p>
      </dsp:txBody>
      <dsp:txXfrm>
        <a:off x="0" y="5018848"/>
        <a:ext cx="6141734" cy="2951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FB800-34DC-D54A-B64A-44A232E9F30A}">
      <dsp:nvSpPr>
        <dsp:cNvPr id="0" name=""/>
        <dsp:cNvSpPr/>
      </dsp:nvSpPr>
      <dsp:spPr>
        <a:xfrm>
          <a:off x="0" y="1639"/>
          <a:ext cx="2779254" cy="716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Challenges Faced:</a:t>
          </a:r>
          <a:endParaRPr lang="en-US" sz="2000" kern="1200"/>
        </a:p>
      </dsp:txBody>
      <dsp:txXfrm>
        <a:off x="34987" y="36626"/>
        <a:ext cx="2709280" cy="646736"/>
      </dsp:txXfrm>
    </dsp:sp>
    <dsp:sp modelId="{6116A54E-AC4C-0A4C-96EF-C4280C37862D}">
      <dsp:nvSpPr>
        <dsp:cNvPr id="0" name=""/>
        <dsp:cNvSpPr/>
      </dsp:nvSpPr>
      <dsp:spPr>
        <a:xfrm rot="5400000">
          <a:off x="4963017" y="-1357907"/>
          <a:ext cx="573368" cy="49408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Problem: CSV files had spaces in headers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Solution: Glue ETL automatically cleaned column names</a:t>
          </a:r>
        </a:p>
      </dsp:txBody>
      <dsp:txXfrm rot="-5400000">
        <a:off x="2779253" y="853847"/>
        <a:ext cx="4912906" cy="517388"/>
      </dsp:txXfrm>
    </dsp:sp>
    <dsp:sp modelId="{3DC60830-D23F-1E41-9916-B11F87D6CA85}">
      <dsp:nvSpPr>
        <dsp:cNvPr id="0" name=""/>
        <dsp:cNvSpPr/>
      </dsp:nvSpPr>
      <dsp:spPr>
        <a:xfrm>
          <a:off x="0" y="754185"/>
          <a:ext cx="2779254" cy="716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1. Column Name Issues</a:t>
          </a:r>
          <a:r>
            <a:rPr lang="en-US" sz="2000" kern="1200"/>
            <a:t> </a:t>
          </a:r>
        </a:p>
      </dsp:txBody>
      <dsp:txXfrm>
        <a:off x="34987" y="789172"/>
        <a:ext cx="2709280" cy="646736"/>
      </dsp:txXfrm>
    </dsp:sp>
    <dsp:sp modelId="{077CE449-6DAE-4542-B1DD-3FB9C57DC4DA}">
      <dsp:nvSpPr>
        <dsp:cNvPr id="0" name=""/>
        <dsp:cNvSpPr/>
      </dsp:nvSpPr>
      <dsp:spPr>
        <a:xfrm rot="5400000">
          <a:off x="4963017" y="-605362"/>
          <a:ext cx="573368" cy="49408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Problem: Mixed data types, </a:t>
          </a:r>
          <a:r>
            <a:rPr lang="en-US" sz="1300" kern="1200" dirty="0" err="1"/>
            <a:t>NaN</a:t>
          </a:r>
          <a:r>
            <a:rPr lang="en-US" sz="1300" kern="1200" dirty="0"/>
            <a:t> values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Solution: Implemented robust type casting and null handling</a:t>
          </a:r>
        </a:p>
      </dsp:txBody>
      <dsp:txXfrm rot="-5400000">
        <a:off x="2779253" y="1606392"/>
        <a:ext cx="4912906" cy="517388"/>
      </dsp:txXfrm>
    </dsp:sp>
    <dsp:sp modelId="{70A44B6F-8F60-8848-8776-C8318D38A9FF}">
      <dsp:nvSpPr>
        <dsp:cNvPr id="0" name=""/>
        <dsp:cNvSpPr/>
      </dsp:nvSpPr>
      <dsp:spPr>
        <a:xfrm>
          <a:off x="0" y="1506730"/>
          <a:ext cx="2779254" cy="716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2. Data Type Inconsistencies</a:t>
          </a:r>
          <a:r>
            <a:rPr lang="en-US" sz="2000" kern="1200"/>
            <a:t> </a:t>
          </a:r>
        </a:p>
      </dsp:txBody>
      <dsp:txXfrm>
        <a:off x="34987" y="1541717"/>
        <a:ext cx="2709280" cy="646736"/>
      </dsp:txXfrm>
    </dsp:sp>
    <dsp:sp modelId="{F9201EAC-EB16-494A-ACD7-06690ACA05FD}">
      <dsp:nvSpPr>
        <dsp:cNvPr id="0" name=""/>
        <dsp:cNvSpPr/>
      </dsp:nvSpPr>
      <dsp:spPr>
        <a:xfrm rot="5400000">
          <a:off x="4963017" y="147183"/>
          <a:ext cx="573368" cy="49408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Problem: Initial queries were slow on CSV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Solution: Converted to Parquet, partitioned data</a:t>
          </a:r>
        </a:p>
      </dsp:txBody>
      <dsp:txXfrm rot="-5400000">
        <a:off x="2779253" y="2358937"/>
        <a:ext cx="4912906" cy="517388"/>
      </dsp:txXfrm>
    </dsp:sp>
    <dsp:sp modelId="{14C18A85-0ED1-C54E-ADF3-5B3DBB9C4F1B}">
      <dsp:nvSpPr>
        <dsp:cNvPr id="0" name=""/>
        <dsp:cNvSpPr/>
      </dsp:nvSpPr>
      <dsp:spPr>
        <a:xfrm>
          <a:off x="0" y="2259276"/>
          <a:ext cx="2779254" cy="716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3. Query Performance</a:t>
          </a:r>
          <a:r>
            <a:rPr lang="en-US" sz="2000" kern="1200"/>
            <a:t> </a:t>
          </a:r>
        </a:p>
      </dsp:txBody>
      <dsp:txXfrm>
        <a:off x="34987" y="2294263"/>
        <a:ext cx="2709280" cy="646736"/>
      </dsp:txXfrm>
    </dsp:sp>
    <dsp:sp modelId="{CA16AAC8-7EF6-4D41-8AFB-3E94AFA5F1C3}">
      <dsp:nvSpPr>
        <dsp:cNvPr id="0" name=""/>
        <dsp:cNvSpPr/>
      </dsp:nvSpPr>
      <dsp:spPr>
        <a:xfrm rot="5400000">
          <a:off x="4963017" y="899729"/>
          <a:ext cx="573368" cy="49408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Problem: Concerned about AWS costs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Solution: Used serverless, optimized queries, monitored usage</a:t>
          </a:r>
        </a:p>
      </dsp:txBody>
      <dsp:txXfrm rot="-5400000">
        <a:off x="2779253" y="3111483"/>
        <a:ext cx="4912906" cy="517388"/>
      </dsp:txXfrm>
    </dsp:sp>
    <dsp:sp modelId="{FA37AFC8-C2A3-2148-B21D-2050C3E7BDE2}">
      <dsp:nvSpPr>
        <dsp:cNvPr id="0" name=""/>
        <dsp:cNvSpPr/>
      </dsp:nvSpPr>
      <dsp:spPr>
        <a:xfrm>
          <a:off x="0" y="3011822"/>
          <a:ext cx="2779254" cy="716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4. Cost Management</a:t>
          </a:r>
          <a:r>
            <a:rPr lang="en-US" sz="2000" kern="1200"/>
            <a:t> </a:t>
          </a:r>
        </a:p>
      </dsp:txBody>
      <dsp:txXfrm>
        <a:off x="34987" y="3046809"/>
        <a:ext cx="2709280" cy="646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1B096-DC21-264F-BE53-F0811E647A67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690D5-7518-E347-BA8F-76BF72268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5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690D5-7518-E347-BA8F-76BF722689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24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690D5-7518-E347-BA8F-76BF722689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3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690D5-7518-E347-BA8F-76BF722689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21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690D5-7518-E347-BA8F-76BF722689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1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6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3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1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7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3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2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8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2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7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60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93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8" r:id="rId6"/>
    <p:sldLayoutId id="2147483703" r:id="rId7"/>
    <p:sldLayoutId id="2147483704" r:id="rId8"/>
    <p:sldLayoutId id="2147483705" r:id="rId9"/>
    <p:sldLayoutId id="2147483707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07D1D-0235-1083-6C71-F83200B3A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Healthcare Insurance Analytics Pipeline using AWS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77C24-AB5C-E06C-56A5-1CC129A55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Bikash Khadka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F05EFD3-F550-C9E8-50B3-46C13991A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2" r="42464" b="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64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8A2-604E-AF23-5988-B7C67ED3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2A20FA-0794-C15B-9B71-E9E837580D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61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E5F2-7E2D-4003-2CFB-791201F5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6A8572-FAC4-F592-71D2-FF49780386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013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4FA4C-8588-9E09-822D-A0387D9A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Dataset 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B72EF0C1-E840-5B7F-469D-122A4CEC6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1063" y="2537460"/>
            <a:ext cx="4659945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altLang="en-US" b="1"/>
              <a:t>8 Data Sources:</a:t>
            </a:r>
            <a:endParaRPr lang="en-US" altLang="en-US"/>
          </a:p>
          <a:p>
            <a:pPr lvl="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altLang="en-US" b="1"/>
              <a:t>Total Data Volume:</a:t>
            </a:r>
            <a:r>
              <a:rPr lang="en-US" altLang="en-US"/>
              <a:t> ~10 GB</a:t>
            </a:r>
            <a:br>
              <a:rPr lang="en-US" altLang="en-US"/>
            </a:br>
            <a:r>
              <a:rPr lang="en-US" altLang="en-US" b="1"/>
              <a:t>Data Formats:</a:t>
            </a:r>
            <a:r>
              <a:rPr lang="en-US" altLang="en-US"/>
              <a:t> JSON, CSV</a:t>
            </a:r>
          </a:p>
          <a:p>
            <a:pPr marL="0" marR="0" lvl="0" indent="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7750F7-7727-FC2B-48E1-473E678BA6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84193"/>
              </p:ext>
            </p:extLst>
          </p:nvPr>
        </p:nvGraphicFramePr>
        <p:xfrm>
          <a:off x="1210925" y="2537460"/>
          <a:ext cx="4652808" cy="376046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05143">
                  <a:extLst>
                    <a:ext uri="{9D8B030D-6E8A-4147-A177-3AD203B41FA5}">
                      <a16:colId xmlns:a16="http://schemas.microsoft.com/office/drawing/2014/main" val="4287042805"/>
                    </a:ext>
                  </a:extLst>
                </a:gridCol>
                <a:gridCol w="878131">
                  <a:extLst>
                    <a:ext uri="{9D8B030D-6E8A-4147-A177-3AD203B41FA5}">
                      <a16:colId xmlns:a16="http://schemas.microsoft.com/office/drawing/2014/main" val="3399019217"/>
                    </a:ext>
                  </a:extLst>
                </a:gridCol>
                <a:gridCol w="2169534">
                  <a:extLst>
                    <a:ext uri="{9D8B030D-6E8A-4147-A177-3AD203B41FA5}">
                      <a16:colId xmlns:a16="http://schemas.microsoft.com/office/drawing/2014/main" val="3833553891"/>
                    </a:ext>
                  </a:extLst>
                </a:gridCol>
              </a:tblGrid>
              <a:tr h="303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Dataset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Records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Key Information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3005827875"/>
                  </a:ext>
                </a:extLst>
              </a:tr>
              <a:tr h="50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Claims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70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Claim transactions, amounts, dates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1665806470"/>
                  </a:ext>
                </a:extLst>
              </a:tr>
              <a:tr h="50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Patients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70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Demographics, diseases, hospitals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2074196284"/>
                  </a:ext>
                </a:extLst>
              </a:tr>
              <a:tr h="303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Subscribers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100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Customer info, eligibility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3617688288"/>
                  </a:ext>
                </a:extLst>
              </a:tr>
              <a:tr h="303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Hospitals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Facility information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2358703165"/>
                  </a:ext>
                </a:extLst>
              </a:tr>
              <a:tr h="50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Insurance Groups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58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Company details, premiums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3031061774"/>
                  </a:ext>
                </a:extLst>
              </a:tr>
              <a:tr h="303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Diseases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60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Disease categories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2470876366"/>
                  </a:ext>
                </a:extLst>
              </a:tr>
              <a:tr h="50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Subgroups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10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Coverage types, premiums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2430313613"/>
                  </a:ext>
                </a:extLst>
              </a:tr>
              <a:tr h="50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Mappings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38</a:t>
                      </a:r>
                    </a:p>
                  </a:txBody>
                  <a:tcPr marL="68863" marR="68863" marT="34431" marB="3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Group-subgroup relationships</a:t>
                      </a:r>
                    </a:p>
                  </a:txBody>
                  <a:tcPr marL="68863" marR="68863" marT="34431" marB="34431" anchor="ctr"/>
                </a:tc>
                <a:extLst>
                  <a:ext uri="{0D108BD9-81ED-4DB2-BD59-A6C34878D82A}">
                    <a16:rowId xmlns:a16="http://schemas.microsoft.com/office/drawing/2014/main" val="362014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88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E568B-B076-C838-6783-6F0049C7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Solution Architecture:</a:t>
            </a:r>
            <a:br>
              <a:rPr lang="en-US" sz="2200"/>
            </a:br>
            <a:r>
              <a:rPr lang="en-US" sz="2200"/>
              <a:t>Serverless Data Pipeline on AWS:</a:t>
            </a:r>
            <a:br>
              <a:rPr lang="en-US" sz="2200"/>
            </a:br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09DF5-CB18-9552-EAAD-35420320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5766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6257FC-36D2-E7B1-4FF7-772CEE8929B0}"/>
              </a:ext>
            </a:extLst>
          </p:cNvPr>
          <p:cNvSpPr txBox="1"/>
          <p:nvPr/>
        </p:nvSpPr>
        <p:spPr>
          <a:xfrm>
            <a:off x="5496821" y="2633236"/>
            <a:ext cx="6034187" cy="3664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/>
              <a:t>Key Benefits: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No infrastructure management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Pay only for what you use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Scales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15411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37CD27-8B6B-D9FB-31B7-28C09FEA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DFA9E5F5-86DD-E5EA-125C-EAECA43446E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40080" y="2633472"/>
          <a:ext cx="521208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22CDB-05E9-B248-0F26-F91D3C54B7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These Technologies?</a:t>
            </a:r>
            <a:endParaRPr lang="en-US" dirty="0"/>
          </a:p>
          <a:p>
            <a:r>
              <a:rPr lang="en-US" dirty="0"/>
              <a:t>✅ Serverless = No infrastructure overhead</a:t>
            </a:r>
          </a:p>
          <a:p>
            <a:r>
              <a:rPr lang="en-US" dirty="0"/>
              <a:t>✅ Cost-effective (90% cheaper than Redshift)</a:t>
            </a:r>
          </a:p>
          <a:p>
            <a:r>
              <a:rPr lang="en-US" dirty="0"/>
              <a:t>✅ Scalable from GB to PB</a:t>
            </a:r>
          </a:p>
          <a:p>
            <a:r>
              <a:rPr lang="en-US" dirty="0"/>
              <a:t>✅ Industry standard tools</a:t>
            </a:r>
          </a:p>
        </p:txBody>
      </p:sp>
    </p:spTree>
    <p:extLst>
      <p:ext uri="{BB962C8B-B14F-4D97-AF65-F5344CB8AC3E}">
        <p14:creationId xmlns:p14="http://schemas.microsoft.com/office/powerpoint/2010/main" val="393974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4AD4C6F-3F93-C0A8-0310-69A1B5C7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Implementation Process: 6-Step Pipeline</a:t>
            </a:r>
          </a:p>
        </p:txBody>
      </p:sp>
      <p:pic>
        <p:nvPicPr>
          <p:cNvPr id="13" name="Graphic 12" descr="Hourglass">
            <a:extLst>
              <a:ext uri="{FF2B5EF4-FFF2-40B4-BE49-F238E27FC236}">
                <a16:creationId xmlns:a16="http://schemas.microsoft.com/office/drawing/2014/main" id="{64FEC001-DD3E-F04A-8AF3-BBCDED66E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836141"/>
            <a:ext cx="3376716" cy="337671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8">
            <a:extLst>
              <a:ext uri="{FF2B5EF4-FFF2-40B4-BE49-F238E27FC236}">
                <a16:creationId xmlns:a16="http://schemas.microsoft.com/office/drawing/2014/main" id="{F551A702-76D8-4749-19C5-CE1F60845A6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767622" y="914400"/>
          <a:ext cx="4763387" cy="538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0485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7F14-885A-DDA0-5E34-840C5D2C2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Transformation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D67BA68-4954-C394-1D54-43ACB6C01B5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95992610"/>
              </p:ext>
            </p:extLst>
          </p:nvPr>
        </p:nvGraphicFramePr>
        <p:xfrm>
          <a:off x="640080" y="2633472"/>
          <a:ext cx="521208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1DF86-43B7-6C58-63E3-FECB9C7F22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Transformations:</a:t>
            </a:r>
            <a:endParaRPr lang="en-US" dirty="0"/>
          </a:p>
          <a:p>
            <a:r>
              <a:rPr lang="en-US" dirty="0"/>
              <a:t>Calculated patient ages from birth dates</a:t>
            </a:r>
          </a:p>
          <a:p>
            <a:r>
              <a:rPr lang="en-US" dirty="0"/>
              <a:t>Created claim status categories (Approved/Rejected/Pending)</a:t>
            </a:r>
          </a:p>
          <a:p>
            <a:r>
              <a:rPr lang="en-US" dirty="0"/>
              <a:t>Joined 8 tables into consolidated analytics table</a:t>
            </a:r>
          </a:p>
          <a:p>
            <a:r>
              <a:rPr lang="en-US" dirty="0"/>
              <a:t>Partitioned data by claim status for faster queries</a:t>
            </a:r>
          </a:p>
          <a:p>
            <a:pPr marL="0" indent="0">
              <a:buNone/>
            </a:pPr>
            <a:r>
              <a:rPr lang="en-US" b="1" dirty="0"/>
              <a:t>Output:</a:t>
            </a:r>
            <a:endParaRPr lang="en-US" dirty="0"/>
          </a:p>
          <a:p>
            <a:r>
              <a:rPr lang="en-US" dirty="0"/>
              <a:t>9 cleaned Parquet tables</a:t>
            </a:r>
          </a:p>
          <a:p>
            <a:r>
              <a:rPr lang="en-US" dirty="0"/>
              <a:t>75% storage reduction vs CSV</a:t>
            </a:r>
          </a:p>
          <a:p>
            <a:r>
              <a:rPr lang="en-US" dirty="0"/>
              <a:t>Query performance improved by 10x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93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D80CBE-7E32-64AF-BDE5-E03B5658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Business Requirements Answered</a:t>
            </a:r>
            <a:br>
              <a:rPr lang="en-US"/>
            </a:br>
            <a:r>
              <a:rPr lang="en-US"/>
              <a:t>Critical Questions:</a:t>
            </a:r>
            <a:br>
              <a:rPr lang="en-US"/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1EEE6D61-55DC-247A-7FB7-A5B21E5A6E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815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BA91-8232-32EE-9CD1-077F1BF7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- Claims Analysis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14BDA9D-D3C4-01CC-2059-95387F12260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40080" y="2633472"/>
          <a:ext cx="521208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F4A6F6-9009-38DE-14C5-4880A60C85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🏥 </a:t>
            </a:r>
            <a:r>
              <a:rPr lang="en-US" b="1" dirty="0"/>
              <a:t>Top Diseases by Claim Amount:</a:t>
            </a:r>
            <a:endParaRPr lang="en-US" dirty="0"/>
          </a:p>
          <a:p>
            <a:r>
              <a:rPr lang="en-US" dirty="0"/>
              <a:t>Stroke - ~ ₹380K</a:t>
            </a:r>
          </a:p>
          <a:p>
            <a:r>
              <a:rPr lang="en-US" dirty="0"/>
              <a:t>Galactosemia - ~ ₹360K</a:t>
            </a:r>
          </a:p>
          <a:p>
            <a:r>
              <a:rPr lang="en-US" dirty="0"/>
              <a:t>Drug Consumption - ~ ₹336K</a:t>
            </a:r>
          </a:p>
          <a:p>
            <a:r>
              <a:rPr lang="en-US" dirty="0"/>
              <a:t>Diabetes - ~ ₹327K</a:t>
            </a:r>
          </a:p>
          <a:p>
            <a:r>
              <a:rPr lang="en-US" dirty="0"/>
              <a:t>Bladder Cancer - ~ ₹311K</a:t>
            </a:r>
          </a:p>
          <a:p>
            <a:pPr marL="0" indent="0">
              <a:buNone/>
            </a:pPr>
            <a:r>
              <a:rPr lang="en-US" dirty="0"/>
              <a:t>👥 </a:t>
            </a:r>
            <a:r>
              <a:rPr lang="en-US" b="1" dirty="0"/>
              <a:t>Demographics:</a:t>
            </a:r>
            <a:endParaRPr lang="en-US" dirty="0"/>
          </a:p>
          <a:p>
            <a:r>
              <a:rPr lang="en-US" dirty="0"/>
              <a:t>Male claims slightly higher than Female</a:t>
            </a:r>
          </a:p>
          <a:p>
            <a:r>
              <a:rPr lang="en-US" dirty="0"/>
              <a:t>Peak claims: 60+ age group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6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203ECC-F74C-D0ED-86DC-B9F5CFCE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Key Findings - Premium Analysis</a:t>
            </a:r>
          </a:p>
        </p:txBody>
      </p:sp>
      <p:graphicFrame>
        <p:nvGraphicFramePr>
          <p:cNvPr id="47" name="Content Placeholder 5">
            <a:extLst>
              <a:ext uri="{FF2B5EF4-FFF2-40B4-BE49-F238E27FC236}">
                <a16:creationId xmlns:a16="http://schemas.microsoft.com/office/drawing/2014/main" id="{18860D38-D93B-59C7-E390-E3AE9F97B5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10186" y="1010097"/>
          <a:ext cx="6141734" cy="5314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3951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19C5B-66F7-3AC4-57F1-045823022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Dashboard 1 - Claims Overview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D769E1-8537-59E2-22BF-213ADB309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3649" y="966978"/>
            <a:ext cx="7027270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91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ADF34-6E44-A4C8-391D-260002A1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Dashboard 2 - Premiums by Group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AE9E66-0DB5-C949-0E89-A3BDCC7AC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3984" y="1302091"/>
            <a:ext cx="7425892" cy="476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3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8EF3-1C74-4F0B-AD93-56D8027B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Solutions</a:t>
            </a:r>
          </a:p>
        </p:txBody>
      </p:sp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17303944-9898-6255-FFE7-8A4A73AFB8F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89787027"/>
              </p:ext>
            </p:extLst>
          </p:nvPr>
        </p:nvGraphicFramePr>
        <p:xfrm>
          <a:off x="640079" y="2670628"/>
          <a:ext cx="7720150" cy="3730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17656E-6C71-068E-AB32-9E8D7DE08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48914" y="4586513"/>
            <a:ext cx="3373979" cy="14970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Key Learnings:</a:t>
            </a:r>
            <a:endParaRPr lang="en-US" dirty="0"/>
          </a:p>
          <a:p>
            <a:pPr lvl="1"/>
            <a:r>
              <a:rPr lang="en-US" dirty="0"/>
              <a:t>Always clean data in ETL layer</a:t>
            </a:r>
          </a:p>
          <a:p>
            <a:pPr lvl="1"/>
            <a:r>
              <a:rPr lang="en-US" dirty="0"/>
              <a:t>Use Parquet for analytics workloads</a:t>
            </a:r>
          </a:p>
          <a:p>
            <a:pPr lvl="1"/>
            <a:r>
              <a:rPr lang="en-US" dirty="0"/>
              <a:t>Partition large tables for better performance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382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7A4B3-7F97-1445-E448-C7072096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45BA9-B2A5-8125-EBD6-525F0E3C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Common Questions:</a:t>
            </a:r>
            <a:endParaRPr lang="en-US" dirty="0"/>
          </a:p>
          <a:p>
            <a:r>
              <a:rPr lang="en-US" b="1" dirty="0"/>
              <a:t>Q: How long did this take to build?</a:t>
            </a:r>
            <a:br>
              <a:rPr lang="en-US" dirty="0"/>
            </a:br>
            <a:r>
              <a:rPr lang="en-US" dirty="0"/>
              <a:t>A: ~90 minutes for initial setup, plus documentation</a:t>
            </a:r>
          </a:p>
          <a:p>
            <a:r>
              <a:rPr lang="en-US" b="1" dirty="0"/>
              <a:t>Q: Can this handle more data?</a:t>
            </a:r>
            <a:br>
              <a:rPr lang="en-US" dirty="0"/>
            </a:br>
            <a:r>
              <a:rPr lang="en-US" dirty="0"/>
              <a:t>A: Yes, scales to petabytes with no code changes</a:t>
            </a:r>
          </a:p>
          <a:p>
            <a:r>
              <a:rPr lang="en-US" b="1" dirty="0"/>
              <a:t>Q: What about data security?</a:t>
            </a:r>
            <a:br>
              <a:rPr lang="en-US" dirty="0"/>
            </a:br>
            <a:r>
              <a:rPr lang="en-US" dirty="0"/>
              <a:t>A: AWS encryption at rest and in transit, IAM controls</a:t>
            </a:r>
          </a:p>
          <a:p>
            <a:r>
              <a:rPr lang="en-US" b="1" dirty="0"/>
              <a:t>Q: Can non-technical users access this?</a:t>
            </a:r>
            <a:br>
              <a:rPr lang="en-US" dirty="0"/>
            </a:br>
            <a:r>
              <a:rPr lang="en-US" dirty="0"/>
              <a:t>A: Yes, through </a:t>
            </a:r>
            <a:r>
              <a:rPr lang="en-US" dirty="0" err="1"/>
              <a:t>QuickSight</a:t>
            </a:r>
            <a:r>
              <a:rPr lang="en-US" dirty="0"/>
              <a:t> dashboards (no SQL needed)</a:t>
            </a:r>
          </a:p>
          <a:p>
            <a:r>
              <a:rPr lang="en-US" b="1" dirty="0"/>
              <a:t>Q: What if a query fails?</a:t>
            </a:r>
            <a:br>
              <a:rPr lang="en-US" dirty="0"/>
            </a:br>
            <a:r>
              <a:rPr lang="en-US" dirty="0"/>
              <a:t>A: Athena has automatic retries, and we monitor with CloudWatch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361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65749-0E20-B473-566C-133F8159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169924"/>
            <a:ext cx="4306824" cy="1984094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67512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ngled shot of pen on a graph">
            <a:extLst>
              <a:ext uri="{FF2B5EF4-FFF2-40B4-BE49-F238E27FC236}">
                <a16:creationId xmlns:a16="http://schemas.microsoft.com/office/drawing/2014/main" id="{A4A85916-BD5A-7B41-E1B9-64E8F57F8D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33" r="-2" b="979"/>
          <a:stretch>
            <a:fillRect/>
          </a:stretch>
        </p:blipFill>
        <p:spPr>
          <a:xfrm>
            <a:off x="20" y="703983"/>
            <a:ext cx="4946886" cy="313320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20A51944-59D2-FC9E-0DED-7F195E37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848" y="665018"/>
            <a:ext cx="5889161" cy="563290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/>
              <a:t>Project Summary: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✅ </a:t>
            </a:r>
            <a:r>
              <a:rPr lang="en-US" sz="1100" b="1" dirty="0"/>
              <a:t>Objectives Met: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/>
              <a:t>Built scalable data pipeline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Answered all 13 business requirements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Created 2 interactive dashboards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Achieved &lt; $15/month cost target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📊 </a:t>
            </a:r>
            <a:r>
              <a:rPr lang="en-US" sz="1100" b="1" dirty="0"/>
              <a:t>Key Deliverables: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/>
              <a:t>Serverless ETL pipeline on AWS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13 SQL analytics queries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2 executive dashboards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Complete documentation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💡 </a:t>
            </a:r>
            <a:r>
              <a:rPr lang="en-US" sz="1100" b="1" dirty="0"/>
              <a:t>Impact: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/>
              <a:t>94% cost savings vs traditional solutions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90% time reduction in analysis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Real-time insights for business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Foundation for future ML initiatives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/>
              <a:t>This project demonstrates how cloud-native technologies can deliver enterprise-grade analytics at a fraction of traditional costs.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7078731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1123</Words>
  <Application>Microsoft Macintosh PowerPoint</Application>
  <PresentationFormat>Widescreen</PresentationFormat>
  <Paragraphs>211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Bierstadt</vt:lpstr>
      <vt:lpstr>Grandview Display</vt:lpstr>
      <vt:lpstr>DashVTI</vt:lpstr>
      <vt:lpstr>Healthcare Insurance Analytics Pipeline using AWS</vt:lpstr>
      <vt:lpstr>Agenda</vt:lpstr>
      <vt:lpstr>Project Objective</vt:lpstr>
      <vt:lpstr>Dataset Overview</vt:lpstr>
      <vt:lpstr>Solution Architecture: Serverless Data Pipeline on AWS: </vt:lpstr>
      <vt:lpstr>Technologies Used</vt:lpstr>
      <vt:lpstr>Implementation Process: 6-Step Pipeline</vt:lpstr>
      <vt:lpstr>Data Cleaning &amp; Transformation</vt:lpstr>
      <vt:lpstr>Business Requirements Answered Critical Questions: </vt:lpstr>
      <vt:lpstr>Key Findings - Claims Analysis</vt:lpstr>
      <vt:lpstr>Key Findings - Premium Analysis</vt:lpstr>
      <vt:lpstr>Dashboard 1 - Claims Overview</vt:lpstr>
      <vt:lpstr>Dashboard 2 - Premiums by Group</vt:lpstr>
      <vt:lpstr>Challenges &amp; Solutions</vt:lpstr>
      <vt:lpstr>Q&amp;A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BIKASH.KHADKA@baruchmail.cuny.edu</cp:lastModifiedBy>
  <cp:revision>10</cp:revision>
  <dcterms:created xsi:type="dcterms:W3CDTF">2013-01-27T09:14:16Z</dcterms:created>
  <dcterms:modified xsi:type="dcterms:W3CDTF">2025-11-13T05:19:18Z</dcterms:modified>
  <cp:category/>
</cp:coreProperties>
</file>